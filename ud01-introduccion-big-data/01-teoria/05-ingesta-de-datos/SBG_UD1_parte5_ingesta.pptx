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7" r:id="rId4"/>
    <p:sldId id="311" r:id="rId5"/>
    <p:sldId id="312" r:id="rId6"/>
    <p:sldId id="313" r:id="rId7"/>
    <p:sldId id="296" r:id="rId8"/>
    <p:sldId id="314" r:id="rId9"/>
    <p:sldId id="315" r:id="rId10"/>
    <p:sldId id="316" r:id="rId11"/>
    <p:sldId id="317" r:id="rId12"/>
    <p:sldId id="318" r:id="rId13"/>
    <p:sldId id="320" r:id="rId14"/>
    <p:sldId id="319" r:id="rId15"/>
    <p:sldId id="321" r:id="rId16"/>
    <p:sldId id="322"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79" d="100"/>
          <a:sy n="79" d="100"/>
        </p:scale>
        <p:origin x="821"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11/13/2023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285201"/>
            <a:ext cx="12192635" cy="859155"/>
          </a:xfrm>
          <a:custGeom>
            <a:avLst/>
            <a:gdLst/>
            <a:ahLst/>
            <a:cxnLst/>
            <a:rect l="l" t="t" r="r" b="b"/>
            <a:pathLst>
              <a:path w="12192635" h="859155">
                <a:moveTo>
                  <a:pt x="12192114" y="0"/>
                </a:moveTo>
                <a:lnTo>
                  <a:pt x="0" y="0"/>
                </a:lnTo>
                <a:lnTo>
                  <a:pt x="0" y="429120"/>
                </a:lnTo>
                <a:lnTo>
                  <a:pt x="0" y="429475"/>
                </a:lnTo>
                <a:lnTo>
                  <a:pt x="0" y="858596"/>
                </a:lnTo>
                <a:lnTo>
                  <a:pt x="12192114" y="858596"/>
                </a:lnTo>
                <a:lnTo>
                  <a:pt x="12192114" y="429475"/>
                </a:lnTo>
                <a:lnTo>
                  <a:pt x="12192114" y="429120"/>
                </a:lnTo>
                <a:lnTo>
                  <a:pt x="12192114" y="0"/>
                </a:lnTo>
                <a:close/>
              </a:path>
            </a:pathLst>
          </a:custGeom>
          <a:solidFill>
            <a:srgbClr val="FCFCFC"/>
          </a:solidFill>
        </p:spPr>
        <p:txBody>
          <a:bodyPr wrap="square" lIns="0" tIns="0" rIns="0" bIns="0" rtlCol="0"/>
          <a:lstStyle/>
          <a:p>
            <a:endParaRPr/>
          </a:p>
        </p:txBody>
      </p:sp>
      <p:sp>
        <p:nvSpPr>
          <p:cNvPr id="17" name="bg object 17"/>
          <p:cNvSpPr/>
          <p:nvPr/>
        </p:nvSpPr>
        <p:spPr>
          <a:xfrm>
            <a:off x="0" y="2142718"/>
            <a:ext cx="12192635" cy="429259"/>
          </a:xfrm>
          <a:custGeom>
            <a:avLst/>
            <a:gdLst/>
            <a:ahLst/>
            <a:cxnLst/>
            <a:rect l="l" t="t" r="r" b="b"/>
            <a:pathLst>
              <a:path w="12192635" h="429260">
                <a:moveTo>
                  <a:pt x="12192114" y="0"/>
                </a:moveTo>
                <a:lnTo>
                  <a:pt x="0" y="0"/>
                </a:lnTo>
                <a:lnTo>
                  <a:pt x="0" y="429120"/>
                </a:lnTo>
                <a:lnTo>
                  <a:pt x="12192114" y="429120"/>
                </a:lnTo>
                <a:lnTo>
                  <a:pt x="12192114" y="0"/>
                </a:lnTo>
                <a:close/>
              </a:path>
            </a:pathLst>
          </a:custGeom>
          <a:solidFill>
            <a:srgbClr val="FBFBFB"/>
          </a:solidFill>
        </p:spPr>
        <p:txBody>
          <a:bodyPr wrap="square" lIns="0" tIns="0" rIns="0" bIns="0" rtlCol="0"/>
          <a:lstStyle/>
          <a:p>
            <a:endParaRPr/>
          </a:p>
        </p:txBody>
      </p:sp>
      <p:sp>
        <p:nvSpPr>
          <p:cNvPr id="18" name="bg object 18"/>
          <p:cNvSpPr/>
          <p:nvPr/>
        </p:nvSpPr>
        <p:spPr>
          <a:xfrm>
            <a:off x="0" y="2571483"/>
            <a:ext cx="12192635" cy="429895"/>
          </a:xfrm>
          <a:custGeom>
            <a:avLst/>
            <a:gdLst/>
            <a:ahLst/>
            <a:cxnLst/>
            <a:rect l="l" t="t" r="r" b="b"/>
            <a:pathLst>
              <a:path w="12192635" h="429894">
                <a:moveTo>
                  <a:pt x="12192114" y="0"/>
                </a:moveTo>
                <a:lnTo>
                  <a:pt x="0" y="0"/>
                </a:lnTo>
                <a:lnTo>
                  <a:pt x="0" y="429475"/>
                </a:lnTo>
                <a:lnTo>
                  <a:pt x="12192114" y="429475"/>
                </a:lnTo>
                <a:lnTo>
                  <a:pt x="12192114" y="0"/>
                </a:lnTo>
                <a:close/>
              </a:path>
            </a:pathLst>
          </a:custGeom>
          <a:solidFill>
            <a:srgbClr val="FBFBFB"/>
          </a:solidFill>
        </p:spPr>
        <p:txBody>
          <a:bodyPr wrap="square" lIns="0" tIns="0" rIns="0" bIns="0" rtlCol="0"/>
          <a:lstStyle/>
          <a:p>
            <a:endParaRPr/>
          </a:p>
        </p:txBody>
      </p:sp>
      <p:sp>
        <p:nvSpPr>
          <p:cNvPr id="19" name="bg object 19"/>
          <p:cNvSpPr/>
          <p:nvPr/>
        </p:nvSpPr>
        <p:spPr>
          <a:xfrm>
            <a:off x="0" y="2999879"/>
            <a:ext cx="12192635" cy="483234"/>
          </a:xfrm>
          <a:custGeom>
            <a:avLst/>
            <a:gdLst/>
            <a:ahLst/>
            <a:cxnLst/>
            <a:rect l="l" t="t" r="r" b="b"/>
            <a:pathLst>
              <a:path w="12192635" h="483235">
                <a:moveTo>
                  <a:pt x="12192114" y="0"/>
                </a:moveTo>
                <a:lnTo>
                  <a:pt x="0" y="0"/>
                </a:lnTo>
                <a:lnTo>
                  <a:pt x="0" y="429120"/>
                </a:lnTo>
                <a:lnTo>
                  <a:pt x="0" y="429475"/>
                </a:lnTo>
                <a:lnTo>
                  <a:pt x="0" y="483120"/>
                </a:lnTo>
                <a:lnTo>
                  <a:pt x="12192114" y="483120"/>
                </a:lnTo>
                <a:lnTo>
                  <a:pt x="12192114" y="429475"/>
                </a:lnTo>
                <a:lnTo>
                  <a:pt x="12192114" y="429120"/>
                </a:lnTo>
                <a:lnTo>
                  <a:pt x="12192114" y="0"/>
                </a:lnTo>
                <a:close/>
              </a:path>
            </a:pathLst>
          </a:custGeom>
          <a:solidFill>
            <a:srgbClr val="FAFAFA"/>
          </a:solidFill>
        </p:spPr>
        <p:txBody>
          <a:bodyPr wrap="square" lIns="0" tIns="0" rIns="0" bIns="0" rtlCol="0"/>
          <a:lstStyle/>
          <a:p>
            <a:endParaRPr/>
          </a:p>
        </p:txBody>
      </p:sp>
      <p:sp>
        <p:nvSpPr>
          <p:cNvPr id="20" name="bg object 20"/>
          <p:cNvSpPr/>
          <p:nvPr/>
        </p:nvSpPr>
        <p:spPr>
          <a:xfrm>
            <a:off x="0" y="3481920"/>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F9F9F9"/>
          </a:solidFill>
        </p:spPr>
        <p:txBody>
          <a:bodyPr wrap="square" lIns="0" tIns="0" rIns="0" bIns="0" rtlCol="0"/>
          <a:lstStyle/>
          <a:p>
            <a:endParaRPr/>
          </a:p>
        </p:txBody>
      </p:sp>
      <p:sp>
        <p:nvSpPr>
          <p:cNvPr id="21" name="bg object 21"/>
          <p:cNvSpPr/>
          <p:nvPr/>
        </p:nvSpPr>
        <p:spPr>
          <a:xfrm>
            <a:off x="0" y="3535921"/>
            <a:ext cx="12192635" cy="107950"/>
          </a:xfrm>
          <a:custGeom>
            <a:avLst/>
            <a:gdLst/>
            <a:ahLst/>
            <a:cxnLst/>
            <a:rect l="l" t="t" r="r" b="b"/>
            <a:pathLst>
              <a:path w="12192635" h="107950">
                <a:moveTo>
                  <a:pt x="12192114" y="0"/>
                </a:moveTo>
                <a:lnTo>
                  <a:pt x="0" y="0"/>
                </a:lnTo>
                <a:lnTo>
                  <a:pt x="0" y="53644"/>
                </a:lnTo>
                <a:lnTo>
                  <a:pt x="0" y="54356"/>
                </a:lnTo>
                <a:lnTo>
                  <a:pt x="0" y="107632"/>
                </a:lnTo>
                <a:lnTo>
                  <a:pt x="12192114" y="107632"/>
                </a:lnTo>
                <a:lnTo>
                  <a:pt x="12192114" y="54356"/>
                </a:lnTo>
                <a:lnTo>
                  <a:pt x="12192114" y="53644"/>
                </a:lnTo>
                <a:lnTo>
                  <a:pt x="12192114" y="0"/>
                </a:lnTo>
                <a:close/>
              </a:path>
            </a:pathLst>
          </a:custGeom>
          <a:solidFill>
            <a:srgbClr val="F8F8F8"/>
          </a:solidFill>
        </p:spPr>
        <p:txBody>
          <a:bodyPr wrap="square" lIns="0" tIns="0" rIns="0" bIns="0" rtlCol="0"/>
          <a:lstStyle/>
          <a:p>
            <a:endParaRPr/>
          </a:p>
        </p:txBody>
      </p:sp>
      <p:sp>
        <p:nvSpPr>
          <p:cNvPr id="22" name="bg object 22"/>
          <p:cNvSpPr/>
          <p:nvPr/>
        </p:nvSpPr>
        <p:spPr>
          <a:xfrm>
            <a:off x="0" y="364284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F7F7F7"/>
          </a:solidFill>
        </p:spPr>
        <p:txBody>
          <a:bodyPr wrap="square" lIns="0" tIns="0" rIns="0" bIns="0" rtlCol="0"/>
          <a:lstStyle/>
          <a:p>
            <a:endParaRPr/>
          </a:p>
        </p:txBody>
      </p:sp>
      <p:sp>
        <p:nvSpPr>
          <p:cNvPr id="23" name="bg object 23"/>
          <p:cNvSpPr/>
          <p:nvPr/>
        </p:nvSpPr>
        <p:spPr>
          <a:xfrm>
            <a:off x="0" y="3696842"/>
            <a:ext cx="12192635" cy="107314"/>
          </a:xfrm>
          <a:custGeom>
            <a:avLst/>
            <a:gdLst/>
            <a:ahLst/>
            <a:cxnLst/>
            <a:rect l="l" t="t" r="r" b="b"/>
            <a:pathLst>
              <a:path w="12192635" h="107314">
                <a:moveTo>
                  <a:pt x="12192114" y="0"/>
                </a:moveTo>
                <a:lnTo>
                  <a:pt x="0" y="0"/>
                </a:lnTo>
                <a:lnTo>
                  <a:pt x="0" y="52920"/>
                </a:lnTo>
                <a:lnTo>
                  <a:pt x="0" y="53632"/>
                </a:lnTo>
                <a:lnTo>
                  <a:pt x="0" y="107276"/>
                </a:lnTo>
                <a:lnTo>
                  <a:pt x="12192114" y="107276"/>
                </a:lnTo>
                <a:lnTo>
                  <a:pt x="12192114" y="53632"/>
                </a:lnTo>
                <a:lnTo>
                  <a:pt x="12192114" y="52920"/>
                </a:lnTo>
                <a:lnTo>
                  <a:pt x="12192114" y="0"/>
                </a:lnTo>
                <a:close/>
              </a:path>
            </a:pathLst>
          </a:custGeom>
          <a:solidFill>
            <a:srgbClr val="F6F6F6"/>
          </a:solidFill>
        </p:spPr>
        <p:txBody>
          <a:bodyPr wrap="square" lIns="0" tIns="0" rIns="0" bIns="0" rtlCol="0"/>
          <a:lstStyle/>
          <a:p>
            <a:endParaRPr/>
          </a:p>
        </p:txBody>
      </p:sp>
      <p:sp>
        <p:nvSpPr>
          <p:cNvPr id="24" name="bg object 24"/>
          <p:cNvSpPr/>
          <p:nvPr/>
        </p:nvSpPr>
        <p:spPr>
          <a:xfrm>
            <a:off x="0" y="3803764"/>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F5F5F5"/>
          </a:solidFill>
        </p:spPr>
        <p:txBody>
          <a:bodyPr wrap="square" lIns="0" tIns="0" rIns="0" bIns="0" rtlCol="0"/>
          <a:lstStyle/>
          <a:p>
            <a:endParaRPr/>
          </a:p>
        </p:txBody>
      </p:sp>
      <p:sp>
        <p:nvSpPr>
          <p:cNvPr id="25" name="bg object 25"/>
          <p:cNvSpPr/>
          <p:nvPr/>
        </p:nvSpPr>
        <p:spPr>
          <a:xfrm>
            <a:off x="0" y="3857040"/>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F4F4F4"/>
          </a:solidFill>
        </p:spPr>
        <p:txBody>
          <a:bodyPr wrap="square" lIns="0" tIns="0" rIns="0" bIns="0" rtlCol="0"/>
          <a:lstStyle/>
          <a:p>
            <a:endParaRPr/>
          </a:p>
        </p:txBody>
      </p:sp>
      <p:sp>
        <p:nvSpPr>
          <p:cNvPr id="26" name="bg object 26"/>
          <p:cNvSpPr/>
          <p:nvPr/>
        </p:nvSpPr>
        <p:spPr>
          <a:xfrm>
            <a:off x="0" y="3964686"/>
            <a:ext cx="12192635" cy="54610"/>
          </a:xfrm>
          <a:custGeom>
            <a:avLst/>
            <a:gdLst/>
            <a:ahLst/>
            <a:cxnLst/>
            <a:rect l="l" t="t" r="r" b="b"/>
            <a:pathLst>
              <a:path w="12192635" h="54610">
                <a:moveTo>
                  <a:pt x="12192114" y="0"/>
                </a:moveTo>
                <a:lnTo>
                  <a:pt x="0" y="0"/>
                </a:lnTo>
                <a:lnTo>
                  <a:pt x="0" y="53987"/>
                </a:lnTo>
                <a:lnTo>
                  <a:pt x="12192114" y="53987"/>
                </a:lnTo>
                <a:lnTo>
                  <a:pt x="12192114" y="0"/>
                </a:lnTo>
                <a:close/>
              </a:path>
            </a:pathLst>
          </a:custGeom>
          <a:solidFill>
            <a:srgbClr val="F3F3F3"/>
          </a:solidFill>
        </p:spPr>
        <p:txBody>
          <a:bodyPr wrap="square" lIns="0" tIns="0" rIns="0" bIns="0" rtlCol="0"/>
          <a:lstStyle/>
          <a:p>
            <a:endParaRPr/>
          </a:p>
        </p:txBody>
      </p:sp>
      <p:sp>
        <p:nvSpPr>
          <p:cNvPr id="27" name="bg object 27"/>
          <p:cNvSpPr/>
          <p:nvPr/>
        </p:nvSpPr>
        <p:spPr>
          <a:xfrm>
            <a:off x="0" y="4017962"/>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F2F2F2"/>
          </a:solidFill>
        </p:spPr>
        <p:txBody>
          <a:bodyPr wrap="square" lIns="0" tIns="0" rIns="0" bIns="0" rtlCol="0"/>
          <a:lstStyle/>
          <a:p>
            <a:endParaRPr/>
          </a:p>
        </p:txBody>
      </p:sp>
      <p:sp>
        <p:nvSpPr>
          <p:cNvPr id="28" name="bg object 28"/>
          <p:cNvSpPr/>
          <p:nvPr/>
        </p:nvSpPr>
        <p:spPr>
          <a:xfrm>
            <a:off x="0" y="4124883"/>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F1F1F1"/>
          </a:solidFill>
        </p:spPr>
        <p:txBody>
          <a:bodyPr wrap="square" lIns="0" tIns="0" rIns="0" bIns="0" rtlCol="0"/>
          <a:lstStyle/>
          <a:p>
            <a:endParaRPr/>
          </a:p>
        </p:txBody>
      </p:sp>
      <p:sp>
        <p:nvSpPr>
          <p:cNvPr id="29" name="bg object 29"/>
          <p:cNvSpPr/>
          <p:nvPr/>
        </p:nvSpPr>
        <p:spPr>
          <a:xfrm>
            <a:off x="0" y="4178884"/>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F0F0F0"/>
          </a:solidFill>
        </p:spPr>
        <p:txBody>
          <a:bodyPr wrap="square" lIns="0" tIns="0" rIns="0" bIns="0" rtlCol="0"/>
          <a:lstStyle/>
          <a:p>
            <a:endParaRPr/>
          </a:p>
        </p:txBody>
      </p:sp>
      <p:sp>
        <p:nvSpPr>
          <p:cNvPr id="30" name="bg object 30"/>
          <p:cNvSpPr/>
          <p:nvPr/>
        </p:nvSpPr>
        <p:spPr>
          <a:xfrm>
            <a:off x="0" y="4286161"/>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FEFEF"/>
          </a:solidFill>
        </p:spPr>
        <p:txBody>
          <a:bodyPr wrap="square" lIns="0" tIns="0" rIns="0" bIns="0" rtlCol="0"/>
          <a:lstStyle/>
          <a:p>
            <a:endParaRPr/>
          </a:p>
        </p:txBody>
      </p:sp>
      <p:sp>
        <p:nvSpPr>
          <p:cNvPr id="31" name="bg object 31"/>
          <p:cNvSpPr/>
          <p:nvPr/>
        </p:nvSpPr>
        <p:spPr>
          <a:xfrm>
            <a:off x="0" y="4339805"/>
            <a:ext cx="12192635" cy="107950"/>
          </a:xfrm>
          <a:custGeom>
            <a:avLst/>
            <a:gdLst/>
            <a:ahLst/>
            <a:cxnLst/>
            <a:rect l="l" t="t" r="r" b="b"/>
            <a:pathLst>
              <a:path w="12192635" h="107950">
                <a:moveTo>
                  <a:pt x="12192114" y="0"/>
                </a:moveTo>
                <a:lnTo>
                  <a:pt x="0" y="0"/>
                </a:lnTo>
                <a:lnTo>
                  <a:pt x="0" y="53276"/>
                </a:lnTo>
                <a:lnTo>
                  <a:pt x="0" y="53632"/>
                </a:lnTo>
                <a:lnTo>
                  <a:pt x="0" y="107632"/>
                </a:lnTo>
                <a:lnTo>
                  <a:pt x="12192114" y="107632"/>
                </a:lnTo>
                <a:lnTo>
                  <a:pt x="12192114" y="53632"/>
                </a:lnTo>
                <a:lnTo>
                  <a:pt x="12192114" y="53276"/>
                </a:lnTo>
                <a:lnTo>
                  <a:pt x="12192114" y="0"/>
                </a:lnTo>
                <a:close/>
              </a:path>
            </a:pathLst>
          </a:custGeom>
          <a:solidFill>
            <a:srgbClr val="EEEEEE"/>
          </a:solidFill>
        </p:spPr>
        <p:txBody>
          <a:bodyPr wrap="square" lIns="0" tIns="0" rIns="0" bIns="0" rtlCol="0"/>
          <a:lstStyle/>
          <a:p>
            <a:endParaRPr/>
          </a:p>
        </p:txBody>
      </p:sp>
      <p:sp>
        <p:nvSpPr>
          <p:cNvPr id="32" name="bg object 32"/>
          <p:cNvSpPr/>
          <p:nvPr/>
        </p:nvSpPr>
        <p:spPr>
          <a:xfrm>
            <a:off x="0" y="4446359"/>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DEDED"/>
          </a:solidFill>
        </p:spPr>
        <p:txBody>
          <a:bodyPr wrap="square" lIns="0" tIns="0" rIns="0" bIns="0" rtlCol="0"/>
          <a:lstStyle/>
          <a:p>
            <a:endParaRPr/>
          </a:p>
        </p:txBody>
      </p:sp>
      <p:sp>
        <p:nvSpPr>
          <p:cNvPr id="33" name="bg object 33"/>
          <p:cNvSpPr/>
          <p:nvPr/>
        </p:nvSpPr>
        <p:spPr>
          <a:xfrm>
            <a:off x="0" y="4500003"/>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ECECEC"/>
          </a:solidFill>
        </p:spPr>
        <p:txBody>
          <a:bodyPr wrap="square" lIns="0" tIns="0" rIns="0" bIns="0" rtlCol="0"/>
          <a:lstStyle/>
          <a:p>
            <a:endParaRPr/>
          </a:p>
        </p:txBody>
      </p:sp>
      <p:sp>
        <p:nvSpPr>
          <p:cNvPr id="34" name="bg object 34"/>
          <p:cNvSpPr/>
          <p:nvPr/>
        </p:nvSpPr>
        <p:spPr>
          <a:xfrm>
            <a:off x="0" y="4607280"/>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BEBEB"/>
          </a:solidFill>
        </p:spPr>
        <p:txBody>
          <a:bodyPr wrap="square" lIns="0" tIns="0" rIns="0" bIns="0" rtlCol="0"/>
          <a:lstStyle/>
          <a:p>
            <a:endParaRPr/>
          </a:p>
        </p:txBody>
      </p:sp>
      <p:sp>
        <p:nvSpPr>
          <p:cNvPr id="35" name="bg object 35"/>
          <p:cNvSpPr/>
          <p:nvPr/>
        </p:nvSpPr>
        <p:spPr>
          <a:xfrm>
            <a:off x="0" y="4661280"/>
            <a:ext cx="12192635" cy="107314"/>
          </a:xfrm>
          <a:custGeom>
            <a:avLst/>
            <a:gdLst/>
            <a:ahLst/>
            <a:cxnLst/>
            <a:rect l="l" t="t" r="r" b="b"/>
            <a:pathLst>
              <a:path w="12192635" h="107314">
                <a:moveTo>
                  <a:pt x="12192114" y="0"/>
                </a:moveTo>
                <a:lnTo>
                  <a:pt x="0" y="0"/>
                </a:lnTo>
                <a:lnTo>
                  <a:pt x="0" y="52920"/>
                </a:lnTo>
                <a:lnTo>
                  <a:pt x="0" y="54000"/>
                </a:lnTo>
                <a:lnTo>
                  <a:pt x="0" y="107276"/>
                </a:lnTo>
                <a:lnTo>
                  <a:pt x="12192114" y="107276"/>
                </a:lnTo>
                <a:lnTo>
                  <a:pt x="12192114" y="54000"/>
                </a:lnTo>
                <a:lnTo>
                  <a:pt x="12192114" y="52920"/>
                </a:lnTo>
                <a:lnTo>
                  <a:pt x="12192114" y="0"/>
                </a:lnTo>
                <a:close/>
              </a:path>
            </a:pathLst>
          </a:custGeom>
          <a:solidFill>
            <a:srgbClr val="EAEAEA"/>
          </a:solidFill>
        </p:spPr>
        <p:txBody>
          <a:bodyPr wrap="square" lIns="0" tIns="0" rIns="0" bIns="0" rtlCol="0"/>
          <a:lstStyle/>
          <a:p>
            <a:endParaRPr/>
          </a:p>
        </p:txBody>
      </p:sp>
      <p:sp>
        <p:nvSpPr>
          <p:cNvPr id="36" name="bg object 36"/>
          <p:cNvSpPr/>
          <p:nvPr/>
        </p:nvSpPr>
        <p:spPr>
          <a:xfrm>
            <a:off x="0" y="476820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9E9E9"/>
          </a:solidFill>
        </p:spPr>
        <p:txBody>
          <a:bodyPr wrap="square" lIns="0" tIns="0" rIns="0" bIns="0" rtlCol="0"/>
          <a:lstStyle/>
          <a:p>
            <a:endParaRPr/>
          </a:p>
        </p:txBody>
      </p:sp>
      <p:sp>
        <p:nvSpPr>
          <p:cNvPr id="37" name="bg object 37"/>
          <p:cNvSpPr/>
          <p:nvPr/>
        </p:nvSpPr>
        <p:spPr>
          <a:xfrm>
            <a:off x="0" y="4821478"/>
            <a:ext cx="12192635" cy="108585"/>
          </a:xfrm>
          <a:custGeom>
            <a:avLst/>
            <a:gdLst/>
            <a:ahLst/>
            <a:cxnLst/>
            <a:rect l="l" t="t" r="r" b="b"/>
            <a:pathLst>
              <a:path w="12192635" h="108585">
                <a:moveTo>
                  <a:pt x="12192114" y="0"/>
                </a:moveTo>
                <a:lnTo>
                  <a:pt x="0" y="0"/>
                </a:lnTo>
                <a:lnTo>
                  <a:pt x="0" y="53644"/>
                </a:lnTo>
                <a:lnTo>
                  <a:pt x="0" y="54356"/>
                </a:lnTo>
                <a:lnTo>
                  <a:pt x="0" y="108000"/>
                </a:lnTo>
                <a:lnTo>
                  <a:pt x="12192114" y="108000"/>
                </a:lnTo>
                <a:lnTo>
                  <a:pt x="12192114" y="54356"/>
                </a:lnTo>
                <a:lnTo>
                  <a:pt x="12192114" y="53644"/>
                </a:lnTo>
                <a:lnTo>
                  <a:pt x="12192114" y="0"/>
                </a:lnTo>
                <a:close/>
              </a:path>
            </a:pathLst>
          </a:custGeom>
          <a:solidFill>
            <a:srgbClr val="E8E8E8"/>
          </a:solidFill>
        </p:spPr>
        <p:txBody>
          <a:bodyPr wrap="square" lIns="0" tIns="0" rIns="0" bIns="0" rtlCol="0"/>
          <a:lstStyle/>
          <a:p>
            <a:endParaRPr/>
          </a:p>
        </p:txBody>
      </p:sp>
      <p:sp>
        <p:nvSpPr>
          <p:cNvPr id="38" name="bg object 38"/>
          <p:cNvSpPr/>
          <p:nvPr/>
        </p:nvSpPr>
        <p:spPr>
          <a:xfrm>
            <a:off x="0" y="4929124"/>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7E7E7"/>
          </a:solidFill>
        </p:spPr>
        <p:txBody>
          <a:bodyPr wrap="square" lIns="0" tIns="0" rIns="0" bIns="0" rtlCol="0"/>
          <a:lstStyle/>
          <a:p>
            <a:endParaRPr/>
          </a:p>
        </p:txBody>
      </p:sp>
      <p:sp>
        <p:nvSpPr>
          <p:cNvPr id="39" name="bg object 39"/>
          <p:cNvSpPr/>
          <p:nvPr/>
        </p:nvSpPr>
        <p:spPr>
          <a:xfrm>
            <a:off x="0" y="4982400"/>
            <a:ext cx="12192635" cy="108585"/>
          </a:xfrm>
          <a:custGeom>
            <a:avLst/>
            <a:gdLst/>
            <a:ahLst/>
            <a:cxnLst/>
            <a:rect l="l" t="t" r="r" b="b"/>
            <a:pathLst>
              <a:path w="12192635" h="108585">
                <a:moveTo>
                  <a:pt x="12192114" y="0"/>
                </a:moveTo>
                <a:lnTo>
                  <a:pt x="0" y="0"/>
                </a:lnTo>
                <a:lnTo>
                  <a:pt x="0" y="53644"/>
                </a:lnTo>
                <a:lnTo>
                  <a:pt x="0" y="54356"/>
                </a:lnTo>
                <a:lnTo>
                  <a:pt x="0" y="108000"/>
                </a:lnTo>
                <a:lnTo>
                  <a:pt x="12192114" y="108000"/>
                </a:lnTo>
                <a:lnTo>
                  <a:pt x="12192114" y="54356"/>
                </a:lnTo>
                <a:lnTo>
                  <a:pt x="12192114" y="53644"/>
                </a:lnTo>
                <a:lnTo>
                  <a:pt x="12192114" y="0"/>
                </a:lnTo>
                <a:close/>
              </a:path>
            </a:pathLst>
          </a:custGeom>
          <a:solidFill>
            <a:srgbClr val="E6E6E6"/>
          </a:solidFill>
        </p:spPr>
        <p:txBody>
          <a:bodyPr wrap="square" lIns="0" tIns="0" rIns="0" bIns="0" rtlCol="0"/>
          <a:lstStyle/>
          <a:p>
            <a:endParaRPr/>
          </a:p>
        </p:txBody>
      </p:sp>
      <p:sp>
        <p:nvSpPr>
          <p:cNvPr id="40" name="bg object 40"/>
          <p:cNvSpPr/>
          <p:nvPr/>
        </p:nvSpPr>
        <p:spPr>
          <a:xfrm>
            <a:off x="0" y="5089321"/>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5E5E5"/>
          </a:solidFill>
        </p:spPr>
        <p:txBody>
          <a:bodyPr wrap="square" lIns="0" tIns="0" rIns="0" bIns="0" rtlCol="0"/>
          <a:lstStyle/>
          <a:p>
            <a:endParaRPr/>
          </a:p>
        </p:txBody>
      </p:sp>
      <p:sp>
        <p:nvSpPr>
          <p:cNvPr id="41" name="bg object 41"/>
          <p:cNvSpPr/>
          <p:nvPr/>
        </p:nvSpPr>
        <p:spPr>
          <a:xfrm>
            <a:off x="0" y="514332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4E4E4"/>
          </a:solidFill>
        </p:spPr>
        <p:txBody>
          <a:bodyPr wrap="square" lIns="0" tIns="0" rIns="0" bIns="0" rtlCol="0"/>
          <a:lstStyle/>
          <a:p>
            <a:endParaRPr/>
          </a:p>
        </p:txBody>
      </p:sp>
      <p:sp>
        <p:nvSpPr>
          <p:cNvPr id="42" name="bg object 42"/>
          <p:cNvSpPr/>
          <p:nvPr/>
        </p:nvSpPr>
        <p:spPr>
          <a:xfrm>
            <a:off x="0" y="5196611"/>
            <a:ext cx="12192635" cy="108585"/>
          </a:xfrm>
          <a:custGeom>
            <a:avLst/>
            <a:gdLst/>
            <a:ahLst/>
            <a:cxnLst/>
            <a:rect l="l" t="t" r="r" b="b"/>
            <a:pathLst>
              <a:path w="12192635" h="108585">
                <a:moveTo>
                  <a:pt x="12192114" y="0"/>
                </a:moveTo>
                <a:lnTo>
                  <a:pt x="0" y="0"/>
                </a:lnTo>
                <a:lnTo>
                  <a:pt x="0" y="53632"/>
                </a:lnTo>
                <a:lnTo>
                  <a:pt x="0" y="54343"/>
                </a:lnTo>
                <a:lnTo>
                  <a:pt x="0" y="107988"/>
                </a:lnTo>
                <a:lnTo>
                  <a:pt x="12192114" y="107988"/>
                </a:lnTo>
                <a:lnTo>
                  <a:pt x="12192114" y="54343"/>
                </a:lnTo>
                <a:lnTo>
                  <a:pt x="12192114" y="53632"/>
                </a:lnTo>
                <a:lnTo>
                  <a:pt x="12192114" y="0"/>
                </a:lnTo>
                <a:close/>
              </a:path>
            </a:pathLst>
          </a:custGeom>
          <a:solidFill>
            <a:srgbClr val="E3E3E3"/>
          </a:solidFill>
        </p:spPr>
        <p:txBody>
          <a:bodyPr wrap="square" lIns="0" tIns="0" rIns="0" bIns="0" rtlCol="0"/>
          <a:lstStyle/>
          <a:p>
            <a:endParaRPr/>
          </a:p>
        </p:txBody>
      </p:sp>
      <p:sp>
        <p:nvSpPr>
          <p:cNvPr id="43" name="bg object 43"/>
          <p:cNvSpPr/>
          <p:nvPr/>
        </p:nvSpPr>
        <p:spPr>
          <a:xfrm>
            <a:off x="0" y="5303520"/>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2E2E2"/>
          </a:solidFill>
        </p:spPr>
        <p:txBody>
          <a:bodyPr wrap="square" lIns="0" tIns="0" rIns="0" bIns="0" rtlCol="0"/>
          <a:lstStyle/>
          <a:p>
            <a:endParaRPr/>
          </a:p>
        </p:txBody>
      </p:sp>
      <p:sp>
        <p:nvSpPr>
          <p:cNvPr id="44" name="bg object 44"/>
          <p:cNvSpPr/>
          <p:nvPr/>
        </p:nvSpPr>
        <p:spPr>
          <a:xfrm>
            <a:off x="0" y="5357520"/>
            <a:ext cx="12192635" cy="108585"/>
          </a:xfrm>
          <a:custGeom>
            <a:avLst/>
            <a:gdLst/>
            <a:ahLst/>
            <a:cxnLst/>
            <a:rect l="l" t="t" r="r" b="b"/>
            <a:pathLst>
              <a:path w="12192635" h="108585">
                <a:moveTo>
                  <a:pt x="12192114" y="0"/>
                </a:moveTo>
                <a:lnTo>
                  <a:pt x="0" y="0"/>
                </a:lnTo>
                <a:lnTo>
                  <a:pt x="0" y="53644"/>
                </a:lnTo>
                <a:lnTo>
                  <a:pt x="0" y="54356"/>
                </a:lnTo>
                <a:lnTo>
                  <a:pt x="0" y="108000"/>
                </a:lnTo>
                <a:lnTo>
                  <a:pt x="12192114" y="108000"/>
                </a:lnTo>
                <a:lnTo>
                  <a:pt x="12192114" y="54356"/>
                </a:lnTo>
                <a:lnTo>
                  <a:pt x="12192114" y="53644"/>
                </a:lnTo>
                <a:lnTo>
                  <a:pt x="12192114" y="0"/>
                </a:lnTo>
                <a:close/>
              </a:path>
            </a:pathLst>
          </a:custGeom>
          <a:solidFill>
            <a:srgbClr val="E1E1E1"/>
          </a:solidFill>
        </p:spPr>
        <p:txBody>
          <a:bodyPr wrap="square" lIns="0" tIns="0" rIns="0" bIns="0" rtlCol="0"/>
          <a:lstStyle/>
          <a:p>
            <a:endParaRPr/>
          </a:p>
        </p:txBody>
      </p:sp>
      <p:sp>
        <p:nvSpPr>
          <p:cNvPr id="45" name="bg object 45"/>
          <p:cNvSpPr/>
          <p:nvPr/>
        </p:nvSpPr>
        <p:spPr>
          <a:xfrm>
            <a:off x="0" y="5464441"/>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0E0E0"/>
          </a:solidFill>
        </p:spPr>
        <p:txBody>
          <a:bodyPr wrap="square" lIns="0" tIns="0" rIns="0" bIns="0" rtlCol="0"/>
          <a:lstStyle/>
          <a:p>
            <a:endParaRPr/>
          </a:p>
        </p:txBody>
      </p:sp>
      <p:sp>
        <p:nvSpPr>
          <p:cNvPr id="46" name="bg object 46"/>
          <p:cNvSpPr/>
          <p:nvPr/>
        </p:nvSpPr>
        <p:spPr>
          <a:xfrm>
            <a:off x="0" y="5518442"/>
            <a:ext cx="12192635" cy="107314"/>
          </a:xfrm>
          <a:custGeom>
            <a:avLst/>
            <a:gdLst/>
            <a:ahLst/>
            <a:cxnLst/>
            <a:rect l="l" t="t" r="r" b="b"/>
            <a:pathLst>
              <a:path w="12192635" h="107314">
                <a:moveTo>
                  <a:pt x="12192114" y="0"/>
                </a:moveTo>
                <a:lnTo>
                  <a:pt x="0" y="0"/>
                </a:lnTo>
                <a:lnTo>
                  <a:pt x="0" y="53276"/>
                </a:lnTo>
                <a:lnTo>
                  <a:pt x="0" y="54356"/>
                </a:lnTo>
                <a:lnTo>
                  <a:pt x="0" y="107276"/>
                </a:lnTo>
                <a:lnTo>
                  <a:pt x="12192114" y="107276"/>
                </a:lnTo>
                <a:lnTo>
                  <a:pt x="12192114" y="54356"/>
                </a:lnTo>
                <a:lnTo>
                  <a:pt x="12192114" y="53276"/>
                </a:lnTo>
                <a:lnTo>
                  <a:pt x="12192114" y="0"/>
                </a:lnTo>
                <a:close/>
              </a:path>
            </a:pathLst>
          </a:custGeom>
          <a:solidFill>
            <a:srgbClr val="DFDFDF"/>
          </a:solidFill>
        </p:spPr>
        <p:txBody>
          <a:bodyPr wrap="square" lIns="0" tIns="0" rIns="0" bIns="0" rtlCol="0"/>
          <a:lstStyle/>
          <a:p>
            <a:endParaRPr/>
          </a:p>
        </p:txBody>
      </p:sp>
      <p:sp>
        <p:nvSpPr>
          <p:cNvPr id="47" name="bg object 47"/>
          <p:cNvSpPr/>
          <p:nvPr/>
        </p:nvSpPr>
        <p:spPr>
          <a:xfrm>
            <a:off x="0" y="5625363"/>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DEDEDE"/>
          </a:solidFill>
        </p:spPr>
        <p:txBody>
          <a:bodyPr wrap="square" lIns="0" tIns="0" rIns="0" bIns="0" rtlCol="0"/>
          <a:lstStyle/>
          <a:p>
            <a:endParaRPr/>
          </a:p>
        </p:txBody>
      </p:sp>
      <p:sp>
        <p:nvSpPr>
          <p:cNvPr id="48" name="bg object 48"/>
          <p:cNvSpPr/>
          <p:nvPr/>
        </p:nvSpPr>
        <p:spPr>
          <a:xfrm>
            <a:off x="0" y="5678639"/>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DDDDDD"/>
          </a:solidFill>
        </p:spPr>
        <p:txBody>
          <a:bodyPr wrap="square" lIns="0" tIns="0" rIns="0" bIns="0" rtlCol="0"/>
          <a:lstStyle/>
          <a:p>
            <a:endParaRPr/>
          </a:p>
        </p:txBody>
      </p:sp>
      <p:sp>
        <p:nvSpPr>
          <p:cNvPr id="49" name="bg object 49"/>
          <p:cNvSpPr/>
          <p:nvPr/>
        </p:nvSpPr>
        <p:spPr>
          <a:xfrm>
            <a:off x="0" y="5786285"/>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DCDCDC"/>
          </a:solidFill>
        </p:spPr>
        <p:txBody>
          <a:bodyPr wrap="square" lIns="0" tIns="0" rIns="0" bIns="0" rtlCol="0"/>
          <a:lstStyle/>
          <a:p>
            <a:endParaRPr/>
          </a:p>
        </p:txBody>
      </p:sp>
      <p:sp>
        <p:nvSpPr>
          <p:cNvPr id="50" name="bg object 50"/>
          <p:cNvSpPr/>
          <p:nvPr/>
        </p:nvSpPr>
        <p:spPr>
          <a:xfrm>
            <a:off x="0" y="5839561"/>
            <a:ext cx="12192635" cy="107950"/>
          </a:xfrm>
          <a:custGeom>
            <a:avLst/>
            <a:gdLst/>
            <a:ahLst/>
            <a:cxnLst/>
            <a:rect l="l" t="t" r="r" b="b"/>
            <a:pathLst>
              <a:path w="12192635" h="107950">
                <a:moveTo>
                  <a:pt x="12192114" y="0"/>
                </a:moveTo>
                <a:lnTo>
                  <a:pt x="0" y="0"/>
                </a:lnTo>
                <a:lnTo>
                  <a:pt x="0" y="54000"/>
                </a:lnTo>
                <a:lnTo>
                  <a:pt x="0" y="54356"/>
                </a:lnTo>
                <a:lnTo>
                  <a:pt x="0" y="107632"/>
                </a:lnTo>
                <a:lnTo>
                  <a:pt x="12192114" y="107632"/>
                </a:lnTo>
                <a:lnTo>
                  <a:pt x="12192114" y="54356"/>
                </a:lnTo>
                <a:lnTo>
                  <a:pt x="12192114" y="54000"/>
                </a:lnTo>
                <a:lnTo>
                  <a:pt x="12192114" y="0"/>
                </a:lnTo>
                <a:close/>
              </a:path>
            </a:pathLst>
          </a:custGeom>
          <a:solidFill>
            <a:srgbClr val="DBDBDB"/>
          </a:solidFill>
        </p:spPr>
        <p:txBody>
          <a:bodyPr wrap="square" lIns="0" tIns="0" rIns="0" bIns="0" rtlCol="0"/>
          <a:lstStyle/>
          <a:p>
            <a:endParaRPr/>
          </a:p>
        </p:txBody>
      </p:sp>
      <p:sp>
        <p:nvSpPr>
          <p:cNvPr id="51" name="bg object 51"/>
          <p:cNvSpPr/>
          <p:nvPr/>
        </p:nvSpPr>
        <p:spPr>
          <a:xfrm>
            <a:off x="0" y="594648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DADADA"/>
          </a:solidFill>
        </p:spPr>
        <p:txBody>
          <a:bodyPr wrap="square" lIns="0" tIns="0" rIns="0" bIns="0" rtlCol="0"/>
          <a:lstStyle/>
          <a:p>
            <a:endParaRPr/>
          </a:p>
        </p:txBody>
      </p:sp>
      <p:sp>
        <p:nvSpPr>
          <p:cNvPr id="52" name="bg object 52"/>
          <p:cNvSpPr/>
          <p:nvPr/>
        </p:nvSpPr>
        <p:spPr>
          <a:xfrm>
            <a:off x="0" y="6000483"/>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D9D9D9"/>
          </a:solidFill>
        </p:spPr>
        <p:txBody>
          <a:bodyPr wrap="square" lIns="0" tIns="0" rIns="0" bIns="0" rtlCol="0"/>
          <a:lstStyle/>
          <a:p>
            <a:endParaRPr/>
          </a:p>
        </p:txBody>
      </p:sp>
      <p:sp>
        <p:nvSpPr>
          <p:cNvPr id="53" name="bg object 53"/>
          <p:cNvSpPr/>
          <p:nvPr/>
        </p:nvSpPr>
        <p:spPr>
          <a:xfrm>
            <a:off x="0" y="6107760"/>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D8D8D8"/>
          </a:solidFill>
        </p:spPr>
        <p:txBody>
          <a:bodyPr wrap="square" lIns="0" tIns="0" rIns="0" bIns="0" rtlCol="0"/>
          <a:lstStyle/>
          <a:p>
            <a:endParaRPr/>
          </a:p>
        </p:txBody>
      </p:sp>
      <p:sp>
        <p:nvSpPr>
          <p:cNvPr id="54" name="bg object 54"/>
          <p:cNvSpPr/>
          <p:nvPr/>
        </p:nvSpPr>
        <p:spPr>
          <a:xfrm>
            <a:off x="0" y="6161404"/>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D7D7D7"/>
          </a:solidFill>
        </p:spPr>
        <p:txBody>
          <a:bodyPr wrap="square" lIns="0" tIns="0" rIns="0" bIns="0" rtlCol="0"/>
          <a:lstStyle/>
          <a:p>
            <a:endParaRPr/>
          </a:p>
        </p:txBody>
      </p:sp>
      <p:sp>
        <p:nvSpPr>
          <p:cNvPr id="55" name="bg object 55"/>
          <p:cNvSpPr/>
          <p:nvPr/>
        </p:nvSpPr>
        <p:spPr>
          <a:xfrm>
            <a:off x="0" y="6268326"/>
            <a:ext cx="12192635" cy="54610"/>
          </a:xfrm>
          <a:custGeom>
            <a:avLst/>
            <a:gdLst/>
            <a:ahLst/>
            <a:cxnLst/>
            <a:rect l="l" t="t" r="r" b="b"/>
            <a:pathLst>
              <a:path w="12192635" h="54610">
                <a:moveTo>
                  <a:pt x="12192114" y="0"/>
                </a:moveTo>
                <a:lnTo>
                  <a:pt x="0" y="0"/>
                </a:lnTo>
                <a:lnTo>
                  <a:pt x="0" y="53987"/>
                </a:lnTo>
                <a:lnTo>
                  <a:pt x="12192114" y="53987"/>
                </a:lnTo>
                <a:lnTo>
                  <a:pt x="12192114" y="0"/>
                </a:lnTo>
                <a:close/>
              </a:path>
            </a:pathLst>
          </a:custGeom>
          <a:solidFill>
            <a:srgbClr val="D6D6D6"/>
          </a:solidFill>
        </p:spPr>
        <p:txBody>
          <a:bodyPr wrap="square" lIns="0" tIns="0" rIns="0" bIns="0" rtlCol="0"/>
          <a:lstStyle/>
          <a:p>
            <a:endParaRPr/>
          </a:p>
        </p:txBody>
      </p:sp>
      <p:sp>
        <p:nvSpPr>
          <p:cNvPr id="56" name="bg object 56"/>
          <p:cNvSpPr/>
          <p:nvPr/>
        </p:nvSpPr>
        <p:spPr>
          <a:xfrm>
            <a:off x="0" y="6321602"/>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D5D5D5"/>
          </a:solidFill>
        </p:spPr>
        <p:txBody>
          <a:bodyPr wrap="square" lIns="0" tIns="0" rIns="0" bIns="0" rtlCol="0"/>
          <a:lstStyle/>
          <a:p>
            <a:endParaRPr/>
          </a:p>
        </p:txBody>
      </p:sp>
      <p:sp>
        <p:nvSpPr>
          <p:cNvPr id="57" name="bg object 57"/>
          <p:cNvSpPr/>
          <p:nvPr/>
        </p:nvSpPr>
        <p:spPr>
          <a:xfrm>
            <a:off x="0" y="6428879"/>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D4D4D4"/>
          </a:solidFill>
        </p:spPr>
        <p:txBody>
          <a:bodyPr wrap="square" lIns="0" tIns="0" rIns="0" bIns="0" rtlCol="0"/>
          <a:lstStyle/>
          <a:p>
            <a:endParaRPr/>
          </a:p>
        </p:txBody>
      </p:sp>
      <p:sp>
        <p:nvSpPr>
          <p:cNvPr id="58" name="bg object 58"/>
          <p:cNvSpPr/>
          <p:nvPr/>
        </p:nvSpPr>
        <p:spPr>
          <a:xfrm>
            <a:off x="0" y="6482880"/>
            <a:ext cx="12192635" cy="107314"/>
          </a:xfrm>
          <a:custGeom>
            <a:avLst/>
            <a:gdLst/>
            <a:ahLst/>
            <a:cxnLst/>
            <a:rect l="l" t="t" r="r" b="b"/>
            <a:pathLst>
              <a:path w="12192635" h="107315">
                <a:moveTo>
                  <a:pt x="12192114" y="0"/>
                </a:moveTo>
                <a:lnTo>
                  <a:pt x="0" y="0"/>
                </a:lnTo>
                <a:lnTo>
                  <a:pt x="0" y="53644"/>
                </a:lnTo>
                <a:lnTo>
                  <a:pt x="0" y="54356"/>
                </a:lnTo>
                <a:lnTo>
                  <a:pt x="0" y="107276"/>
                </a:lnTo>
                <a:lnTo>
                  <a:pt x="12192114" y="107276"/>
                </a:lnTo>
                <a:lnTo>
                  <a:pt x="12192114" y="54356"/>
                </a:lnTo>
                <a:lnTo>
                  <a:pt x="12192114" y="53644"/>
                </a:lnTo>
                <a:lnTo>
                  <a:pt x="12192114" y="0"/>
                </a:lnTo>
                <a:close/>
              </a:path>
            </a:pathLst>
          </a:custGeom>
          <a:solidFill>
            <a:srgbClr val="D3D3D3"/>
          </a:solidFill>
        </p:spPr>
        <p:txBody>
          <a:bodyPr wrap="square" lIns="0" tIns="0" rIns="0" bIns="0" rtlCol="0"/>
          <a:lstStyle/>
          <a:p>
            <a:endParaRPr/>
          </a:p>
        </p:txBody>
      </p:sp>
      <p:sp>
        <p:nvSpPr>
          <p:cNvPr id="59" name="bg object 59"/>
          <p:cNvSpPr/>
          <p:nvPr/>
        </p:nvSpPr>
        <p:spPr>
          <a:xfrm>
            <a:off x="0" y="6589801"/>
            <a:ext cx="12192635" cy="54610"/>
          </a:xfrm>
          <a:custGeom>
            <a:avLst/>
            <a:gdLst/>
            <a:ahLst/>
            <a:cxnLst/>
            <a:rect l="l" t="t" r="r" b="b"/>
            <a:pathLst>
              <a:path w="12192635" h="54609">
                <a:moveTo>
                  <a:pt x="12192114" y="0"/>
                </a:moveTo>
                <a:lnTo>
                  <a:pt x="0" y="0"/>
                </a:lnTo>
                <a:lnTo>
                  <a:pt x="0" y="54356"/>
                </a:lnTo>
                <a:lnTo>
                  <a:pt x="12192114" y="54356"/>
                </a:lnTo>
                <a:lnTo>
                  <a:pt x="12192114" y="0"/>
                </a:lnTo>
                <a:close/>
              </a:path>
            </a:pathLst>
          </a:custGeom>
          <a:solidFill>
            <a:srgbClr val="D2D2D2"/>
          </a:solidFill>
        </p:spPr>
        <p:txBody>
          <a:bodyPr wrap="square" lIns="0" tIns="0" rIns="0" bIns="0" rtlCol="0"/>
          <a:lstStyle/>
          <a:p>
            <a:endParaRPr/>
          </a:p>
        </p:txBody>
      </p:sp>
      <p:sp>
        <p:nvSpPr>
          <p:cNvPr id="60" name="bg object 60"/>
          <p:cNvSpPr/>
          <p:nvPr/>
        </p:nvSpPr>
        <p:spPr>
          <a:xfrm>
            <a:off x="0" y="6643446"/>
            <a:ext cx="12192635" cy="107950"/>
          </a:xfrm>
          <a:custGeom>
            <a:avLst/>
            <a:gdLst/>
            <a:ahLst/>
            <a:cxnLst/>
            <a:rect l="l" t="t" r="r" b="b"/>
            <a:pathLst>
              <a:path w="12192635" h="107950">
                <a:moveTo>
                  <a:pt x="12192114" y="0"/>
                </a:moveTo>
                <a:lnTo>
                  <a:pt x="0" y="0"/>
                </a:lnTo>
                <a:lnTo>
                  <a:pt x="0" y="53276"/>
                </a:lnTo>
                <a:lnTo>
                  <a:pt x="0" y="53987"/>
                </a:lnTo>
                <a:lnTo>
                  <a:pt x="0" y="107632"/>
                </a:lnTo>
                <a:lnTo>
                  <a:pt x="12192114" y="107632"/>
                </a:lnTo>
                <a:lnTo>
                  <a:pt x="12192114" y="53987"/>
                </a:lnTo>
                <a:lnTo>
                  <a:pt x="12192114" y="53276"/>
                </a:lnTo>
                <a:lnTo>
                  <a:pt x="12192114" y="0"/>
                </a:lnTo>
                <a:close/>
              </a:path>
            </a:pathLst>
          </a:custGeom>
          <a:solidFill>
            <a:srgbClr val="D1D1D1"/>
          </a:solidFill>
        </p:spPr>
        <p:txBody>
          <a:bodyPr wrap="square" lIns="0" tIns="0" rIns="0" bIns="0" rtlCol="0"/>
          <a:lstStyle/>
          <a:p>
            <a:endParaRPr/>
          </a:p>
        </p:txBody>
      </p:sp>
      <p:sp>
        <p:nvSpPr>
          <p:cNvPr id="61" name="bg object 61"/>
          <p:cNvSpPr/>
          <p:nvPr/>
        </p:nvSpPr>
        <p:spPr>
          <a:xfrm>
            <a:off x="0" y="6750723"/>
            <a:ext cx="12192635" cy="54610"/>
          </a:xfrm>
          <a:custGeom>
            <a:avLst/>
            <a:gdLst/>
            <a:ahLst/>
            <a:cxnLst/>
            <a:rect l="l" t="t" r="r" b="b"/>
            <a:pathLst>
              <a:path w="12192635" h="54609">
                <a:moveTo>
                  <a:pt x="12192114" y="0"/>
                </a:moveTo>
                <a:lnTo>
                  <a:pt x="0" y="0"/>
                </a:lnTo>
                <a:lnTo>
                  <a:pt x="0" y="54356"/>
                </a:lnTo>
                <a:lnTo>
                  <a:pt x="12192114" y="54356"/>
                </a:lnTo>
                <a:lnTo>
                  <a:pt x="12192114" y="0"/>
                </a:lnTo>
                <a:close/>
              </a:path>
            </a:pathLst>
          </a:custGeom>
          <a:solidFill>
            <a:srgbClr val="D0D0D0"/>
          </a:solidFill>
        </p:spPr>
        <p:txBody>
          <a:bodyPr wrap="square" lIns="0" tIns="0" rIns="0" bIns="0" rtlCol="0"/>
          <a:lstStyle/>
          <a:p>
            <a:endParaRPr/>
          </a:p>
        </p:txBody>
      </p:sp>
      <p:sp>
        <p:nvSpPr>
          <p:cNvPr id="62" name="bg object 62"/>
          <p:cNvSpPr/>
          <p:nvPr/>
        </p:nvSpPr>
        <p:spPr>
          <a:xfrm>
            <a:off x="0" y="6803999"/>
            <a:ext cx="12192635" cy="54610"/>
          </a:xfrm>
          <a:custGeom>
            <a:avLst/>
            <a:gdLst/>
            <a:ahLst/>
            <a:cxnLst/>
            <a:rect l="l" t="t" r="r" b="b"/>
            <a:pathLst>
              <a:path w="12192635" h="54609">
                <a:moveTo>
                  <a:pt x="12192114" y="0"/>
                </a:moveTo>
                <a:lnTo>
                  <a:pt x="0" y="0"/>
                </a:lnTo>
                <a:lnTo>
                  <a:pt x="0" y="54355"/>
                </a:lnTo>
                <a:lnTo>
                  <a:pt x="12192114" y="54355"/>
                </a:lnTo>
                <a:lnTo>
                  <a:pt x="12192114" y="0"/>
                </a:lnTo>
                <a:close/>
              </a:path>
            </a:pathLst>
          </a:custGeom>
          <a:solidFill>
            <a:srgbClr val="CFCFCF"/>
          </a:solidFill>
        </p:spPr>
        <p:txBody>
          <a:bodyPr wrap="square" lIns="0" tIns="0" rIns="0" bIns="0" rtlCol="0"/>
          <a:lstStyle/>
          <a:p>
            <a:endParaRPr/>
          </a:p>
        </p:txBody>
      </p:sp>
      <p:sp>
        <p:nvSpPr>
          <p:cNvPr id="63" name="bg object 63"/>
          <p:cNvSpPr/>
          <p:nvPr/>
        </p:nvSpPr>
        <p:spPr>
          <a:xfrm>
            <a:off x="381965" y="1045083"/>
            <a:ext cx="11365230" cy="8255"/>
          </a:xfrm>
          <a:custGeom>
            <a:avLst/>
            <a:gdLst/>
            <a:ahLst/>
            <a:cxnLst/>
            <a:rect l="l" t="t" r="r" b="b"/>
            <a:pathLst>
              <a:path w="11365230" h="8255">
                <a:moveTo>
                  <a:pt x="0" y="7912"/>
                </a:moveTo>
                <a:lnTo>
                  <a:pt x="11364836" y="0"/>
                </a:lnTo>
              </a:path>
            </a:pathLst>
          </a:custGeom>
          <a:ln w="37439">
            <a:solidFill>
              <a:srgbClr val="E37101"/>
            </a:solidFill>
          </a:ln>
        </p:spPr>
        <p:txBody>
          <a:bodyPr wrap="square" lIns="0" tIns="0" rIns="0" bIns="0" rtlCol="0"/>
          <a:lstStyle/>
          <a:p>
            <a:endParaRPr/>
          </a:p>
        </p:txBody>
      </p:sp>
      <p:sp>
        <p:nvSpPr>
          <p:cNvPr id="2" name="Holder 2"/>
          <p:cNvSpPr>
            <a:spLocks noGrp="1"/>
          </p:cNvSpPr>
          <p:nvPr>
            <p:ph type="title"/>
          </p:nvPr>
        </p:nvSpPr>
        <p:spPr>
          <a:xfrm>
            <a:off x="446430" y="268922"/>
            <a:ext cx="11299139" cy="367030"/>
          </a:xfrm>
          <a:prstGeom prst="rect">
            <a:avLst/>
          </a:prstGeom>
        </p:spPr>
        <p:txBody>
          <a:bodyPr wrap="square" lIns="0" tIns="0" rIns="0" bIns="0">
            <a:spAutoFit/>
          </a:bodyPr>
          <a:lstStyle>
            <a:lvl1pPr>
              <a:defRPr sz="1800" b="0" i="0">
                <a:solidFill>
                  <a:schemeClr val="tx1"/>
                </a:solidFill>
                <a:latin typeface="Calibri"/>
                <a:cs typeface="Calibri"/>
              </a:defRPr>
            </a:lvl1pPr>
          </a:lstStyle>
          <a:p>
            <a:endParaRPr/>
          </a:p>
        </p:txBody>
      </p:sp>
      <p:sp>
        <p:nvSpPr>
          <p:cNvPr id="3" name="Holder 3"/>
          <p:cNvSpPr>
            <a:spLocks noGrp="1"/>
          </p:cNvSpPr>
          <p:nvPr>
            <p:ph type="body" idx="1"/>
          </p:nvPr>
        </p:nvSpPr>
        <p:spPr>
          <a:xfrm>
            <a:off x="817994" y="3350424"/>
            <a:ext cx="10556011" cy="2355215"/>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11/13/2023</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www.oracle.com/es/middleware/technologies/data-integrator.html" TargetMode="External"/><Relationship Id="rId2" Type="http://schemas.openxmlformats.org/officeDocument/2006/relationships/hyperlink" Target="https://www.hitachivantara.com/en-us/products/data-management-analytics/lumada-data-integration.html" TargetMode="External"/><Relationship Id="rId1" Type="http://schemas.openxmlformats.org/officeDocument/2006/relationships/slideLayout" Target="../slideLayouts/slideLayout5.xml"/><Relationship Id="rId6" Type="http://schemas.openxmlformats.org/officeDocument/2006/relationships/hyperlink" Target="https://www.informatica.com/products/data-integration.html" TargetMode="External"/><Relationship Id="rId5" Type="http://schemas.openxmlformats.org/officeDocument/2006/relationships/hyperlink" Target="https://www.mulesoft.com/es/" TargetMode="External"/><Relationship Id="rId4" Type="http://schemas.openxmlformats.org/officeDocument/2006/relationships/hyperlink" Target="https://www.talend.com/products/talend-open-studio/"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1285201"/>
            <a:ext cx="12192635" cy="1287145"/>
            <a:chOff x="0" y="1285201"/>
            <a:chExt cx="12192635" cy="1287145"/>
          </a:xfrm>
        </p:grpSpPr>
        <p:sp>
          <p:nvSpPr>
            <p:cNvPr id="3" name="object 3"/>
            <p:cNvSpPr/>
            <p:nvPr/>
          </p:nvSpPr>
          <p:spPr>
            <a:xfrm>
              <a:off x="0" y="1285201"/>
              <a:ext cx="12192635" cy="859155"/>
            </a:xfrm>
            <a:custGeom>
              <a:avLst/>
              <a:gdLst/>
              <a:ahLst/>
              <a:cxnLst/>
              <a:rect l="l" t="t" r="r" b="b"/>
              <a:pathLst>
                <a:path w="12192635" h="859155">
                  <a:moveTo>
                    <a:pt x="12192114" y="0"/>
                  </a:moveTo>
                  <a:lnTo>
                    <a:pt x="0" y="0"/>
                  </a:lnTo>
                  <a:lnTo>
                    <a:pt x="0" y="429120"/>
                  </a:lnTo>
                  <a:lnTo>
                    <a:pt x="0" y="429475"/>
                  </a:lnTo>
                  <a:lnTo>
                    <a:pt x="0" y="858596"/>
                  </a:lnTo>
                  <a:lnTo>
                    <a:pt x="12192114" y="858596"/>
                  </a:lnTo>
                  <a:lnTo>
                    <a:pt x="12192114" y="429475"/>
                  </a:lnTo>
                  <a:lnTo>
                    <a:pt x="12192114" y="429120"/>
                  </a:lnTo>
                  <a:lnTo>
                    <a:pt x="12192114" y="0"/>
                  </a:lnTo>
                  <a:close/>
                </a:path>
              </a:pathLst>
            </a:custGeom>
            <a:solidFill>
              <a:srgbClr val="FCFCFC"/>
            </a:solidFill>
          </p:spPr>
          <p:txBody>
            <a:bodyPr wrap="square" lIns="0" tIns="0" rIns="0" bIns="0" rtlCol="0"/>
            <a:lstStyle/>
            <a:p>
              <a:endParaRPr/>
            </a:p>
          </p:txBody>
        </p:sp>
        <p:sp>
          <p:nvSpPr>
            <p:cNvPr id="4" name="object 4"/>
            <p:cNvSpPr/>
            <p:nvPr/>
          </p:nvSpPr>
          <p:spPr>
            <a:xfrm>
              <a:off x="0" y="2142718"/>
              <a:ext cx="12192635" cy="429259"/>
            </a:xfrm>
            <a:custGeom>
              <a:avLst/>
              <a:gdLst/>
              <a:ahLst/>
              <a:cxnLst/>
              <a:rect l="l" t="t" r="r" b="b"/>
              <a:pathLst>
                <a:path w="12192635" h="429260">
                  <a:moveTo>
                    <a:pt x="12192114" y="0"/>
                  </a:moveTo>
                  <a:lnTo>
                    <a:pt x="0" y="0"/>
                  </a:lnTo>
                  <a:lnTo>
                    <a:pt x="0" y="429120"/>
                  </a:lnTo>
                  <a:lnTo>
                    <a:pt x="12192114" y="429120"/>
                  </a:lnTo>
                  <a:lnTo>
                    <a:pt x="12192114" y="0"/>
                  </a:lnTo>
                  <a:close/>
                </a:path>
              </a:pathLst>
            </a:custGeom>
            <a:solidFill>
              <a:srgbClr val="FBFBFB"/>
            </a:solidFill>
          </p:spPr>
          <p:txBody>
            <a:bodyPr wrap="square" lIns="0" tIns="0" rIns="0" bIns="0" rtlCol="0"/>
            <a:lstStyle/>
            <a:p>
              <a:endParaRPr/>
            </a:p>
          </p:txBody>
        </p:sp>
      </p:grpSp>
      <p:grpSp>
        <p:nvGrpSpPr>
          <p:cNvPr id="5" name="object 5"/>
          <p:cNvGrpSpPr/>
          <p:nvPr/>
        </p:nvGrpSpPr>
        <p:grpSpPr>
          <a:xfrm>
            <a:off x="0" y="2571483"/>
            <a:ext cx="12192635" cy="4286885"/>
            <a:chOff x="0" y="2571483"/>
            <a:chExt cx="12192635" cy="4286885"/>
          </a:xfrm>
        </p:grpSpPr>
        <p:sp>
          <p:nvSpPr>
            <p:cNvPr id="6" name="object 6"/>
            <p:cNvSpPr/>
            <p:nvPr/>
          </p:nvSpPr>
          <p:spPr>
            <a:xfrm>
              <a:off x="0" y="2571483"/>
              <a:ext cx="12192635" cy="429895"/>
            </a:xfrm>
            <a:custGeom>
              <a:avLst/>
              <a:gdLst/>
              <a:ahLst/>
              <a:cxnLst/>
              <a:rect l="l" t="t" r="r" b="b"/>
              <a:pathLst>
                <a:path w="12192635" h="429894">
                  <a:moveTo>
                    <a:pt x="12192114" y="0"/>
                  </a:moveTo>
                  <a:lnTo>
                    <a:pt x="0" y="0"/>
                  </a:lnTo>
                  <a:lnTo>
                    <a:pt x="0" y="429475"/>
                  </a:lnTo>
                  <a:lnTo>
                    <a:pt x="12192114" y="429475"/>
                  </a:lnTo>
                  <a:lnTo>
                    <a:pt x="12192114" y="0"/>
                  </a:lnTo>
                  <a:close/>
                </a:path>
              </a:pathLst>
            </a:custGeom>
            <a:solidFill>
              <a:srgbClr val="FBFBFB"/>
            </a:solidFill>
          </p:spPr>
          <p:txBody>
            <a:bodyPr wrap="square" lIns="0" tIns="0" rIns="0" bIns="0" rtlCol="0"/>
            <a:lstStyle/>
            <a:p>
              <a:endParaRPr/>
            </a:p>
          </p:txBody>
        </p:sp>
        <p:sp>
          <p:nvSpPr>
            <p:cNvPr id="7" name="object 7"/>
            <p:cNvSpPr/>
            <p:nvPr/>
          </p:nvSpPr>
          <p:spPr>
            <a:xfrm>
              <a:off x="0" y="2999879"/>
              <a:ext cx="12192635" cy="483234"/>
            </a:xfrm>
            <a:custGeom>
              <a:avLst/>
              <a:gdLst/>
              <a:ahLst/>
              <a:cxnLst/>
              <a:rect l="l" t="t" r="r" b="b"/>
              <a:pathLst>
                <a:path w="12192635" h="483235">
                  <a:moveTo>
                    <a:pt x="12192114" y="0"/>
                  </a:moveTo>
                  <a:lnTo>
                    <a:pt x="0" y="0"/>
                  </a:lnTo>
                  <a:lnTo>
                    <a:pt x="0" y="429120"/>
                  </a:lnTo>
                  <a:lnTo>
                    <a:pt x="0" y="429475"/>
                  </a:lnTo>
                  <a:lnTo>
                    <a:pt x="0" y="483120"/>
                  </a:lnTo>
                  <a:lnTo>
                    <a:pt x="12192114" y="483120"/>
                  </a:lnTo>
                  <a:lnTo>
                    <a:pt x="12192114" y="429475"/>
                  </a:lnTo>
                  <a:lnTo>
                    <a:pt x="12192114" y="429120"/>
                  </a:lnTo>
                  <a:lnTo>
                    <a:pt x="12192114" y="0"/>
                  </a:lnTo>
                  <a:close/>
                </a:path>
              </a:pathLst>
            </a:custGeom>
            <a:solidFill>
              <a:srgbClr val="FAFAFA"/>
            </a:solidFill>
          </p:spPr>
          <p:txBody>
            <a:bodyPr wrap="square" lIns="0" tIns="0" rIns="0" bIns="0" rtlCol="0"/>
            <a:lstStyle/>
            <a:p>
              <a:endParaRPr/>
            </a:p>
          </p:txBody>
        </p:sp>
        <p:sp>
          <p:nvSpPr>
            <p:cNvPr id="8" name="object 8"/>
            <p:cNvSpPr/>
            <p:nvPr/>
          </p:nvSpPr>
          <p:spPr>
            <a:xfrm>
              <a:off x="0" y="3481920"/>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F9F9F9"/>
            </a:solidFill>
          </p:spPr>
          <p:txBody>
            <a:bodyPr wrap="square" lIns="0" tIns="0" rIns="0" bIns="0" rtlCol="0"/>
            <a:lstStyle/>
            <a:p>
              <a:endParaRPr/>
            </a:p>
          </p:txBody>
        </p:sp>
        <p:sp>
          <p:nvSpPr>
            <p:cNvPr id="9" name="object 9"/>
            <p:cNvSpPr/>
            <p:nvPr/>
          </p:nvSpPr>
          <p:spPr>
            <a:xfrm>
              <a:off x="0" y="3535921"/>
              <a:ext cx="12192635" cy="107950"/>
            </a:xfrm>
            <a:custGeom>
              <a:avLst/>
              <a:gdLst/>
              <a:ahLst/>
              <a:cxnLst/>
              <a:rect l="l" t="t" r="r" b="b"/>
              <a:pathLst>
                <a:path w="12192635" h="107950">
                  <a:moveTo>
                    <a:pt x="12192114" y="0"/>
                  </a:moveTo>
                  <a:lnTo>
                    <a:pt x="0" y="0"/>
                  </a:lnTo>
                  <a:lnTo>
                    <a:pt x="0" y="53644"/>
                  </a:lnTo>
                  <a:lnTo>
                    <a:pt x="0" y="54356"/>
                  </a:lnTo>
                  <a:lnTo>
                    <a:pt x="0" y="107632"/>
                  </a:lnTo>
                  <a:lnTo>
                    <a:pt x="12192114" y="107632"/>
                  </a:lnTo>
                  <a:lnTo>
                    <a:pt x="12192114" y="54356"/>
                  </a:lnTo>
                  <a:lnTo>
                    <a:pt x="12192114" y="53644"/>
                  </a:lnTo>
                  <a:lnTo>
                    <a:pt x="12192114" y="0"/>
                  </a:lnTo>
                  <a:close/>
                </a:path>
              </a:pathLst>
            </a:custGeom>
            <a:solidFill>
              <a:srgbClr val="F8F8F8"/>
            </a:solidFill>
          </p:spPr>
          <p:txBody>
            <a:bodyPr wrap="square" lIns="0" tIns="0" rIns="0" bIns="0" rtlCol="0"/>
            <a:lstStyle/>
            <a:p>
              <a:endParaRPr/>
            </a:p>
          </p:txBody>
        </p:sp>
        <p:sp>
          <p:nvSpPr>
            <p:cNvPr id="10" name="object 10"/>
            <p:cNvSpPr/>
            <p:nvPr/>
          </p:nvSpPr>
          <p:spPr>
            <a:xfrm>
              <a:off x="0" y="364284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F7F7F7"/>
            </a:solidFill>
          </p:spPr>
          <p:txBody>
            <a:bodyPr wrap="square" lIns="0" tIns="0" rIns="0" bIns="0" rtlCol="0"/>
            <a:lstStyle/>
            <a:p>
              <a:endParaRPr/>
            </a:p>
          </p:txBody>
        </p:sp>
        <p:sp>
          <p:nvSpPr>
            <p:cNvPr id="11" name="object 11"/>
            <p:cNvSpPr/>
            <p:nvPr/>
          </p:nvSpPr>
          <p:spPr>
            <a:xfrm>
              <a:off x="0" y="3696842"/>
              <a:ext cx="12192635" cy="107314"/>
            </a:xfrm>
            <a:custGeom>
              <a:avLst/>
              <a:gdLst/>
              <a:ahLst/>
              <a:cxnLst/>
              <a:rect l="l" t="t" r="r" b="b"/>
              <a:pathLst>
                <a:path w="12192635" h="107314">
                  <a:moveTo>
                    <a:pt x="12192114" y="0"/>
                  </a:moveTo>
                  <a:lnTo>
                    <a:pt x="0" y="0"/>
                  </a:lnTo>
                  <a:lnTo>
                    <a:pt x="0" y="52920"/>
                  </a:lnTo>
                  <a:lnTo>
                    <a:pt x="0" y="53632"/>
                  </a:lnTo>
                  <a:lnTo>
                    <a:pt x="0" y="107276"/>
                  </a:lnTo>
                  <a:lnTo>
                    <a:pt x="12192114" y="107276"/>
                  </a:lnTo>
                  <a:lnTo>
                    <a:pt x="12192114" y="53632"/>
                  </a:lnTo>
                  <a:lnTo>
                    <a:pt x="12192114" y="52920"/>
                  </a:lnTo>
                  <a:lnTo>
                    <a:pt x="12192114" y="0"/>
                  </a:lnTo>
                  <a:close/>
                </a:path>
              </a:pathLst>
            </a:custGeom>
            <a:solidFill>
              <a:srgbClr val="F6F6F6"/>
            </a:solidFill>
          </p:spPr>
          <p:txBody>
            <a:bodyPr wrap="square" lIns="0" tIns="0" rIns="0" bIns="0" rtlCol="0"/>
            <a:lstStyle/>
            <a:p>
              <a:endParaRPr/>
            </a:p>
          </p:txBody>
        </p:sp>
        <p:sp>
          <p:nvSpPr>
            <p:cNvPr id="12" name="object 12"/>
            <p:cNvSpPr/>
            <p:nvPr/>
          </p:nvSpPr>
          <p:spPr>
            <a:xfrm>
              <a:off x="0" y="3803764"/>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F5F5F5"/>
            </a:solidFill>
          </p:spPr>
          <p:txBody>
            <a:bodyPr wrap="square" lIns="0" tIns="0" rIns="0" bIns="0" rtlCol="0"/>
            <a:lstStyle/>
            <a:p>
              <a:endParaRPr/>
            </a:p>
          </p:txBody>
        </p:sp>
        <p:sp>
          <p:nvSpPr>
            <p:cNvPr id="13" name="object 13"/>
            <p:cNvSpPr/>
            <p:nvPr/>
          </p:nvSpPr>
          <p:spPr>
            <a:xfrm>
              <a:off x="0" y="3857040"/>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F4F4F4"/>
            </a:solidFill>
          </p:spPr>
          <p:txBody>
            <a:bodyPr wrap="square" lIns="0" tIns="0" rIns="0" bIns="0" rtlCol="0"/>
            <a:lstStyle/>
            <a:p>
              <a:endParaRPr/>
            </a:p>
          </p:txBody>
        </p:sp>
        <p:sp>
          <p:nvSpPr>
            <p:cNvPr id="14" name="object 14"/>
            <p:cNvSpPr/>
            <p:nvPr/>
          </p:nvSpPr>
          <p:spPr>
            <a:xfrm>
              <a:off x="0" y="3964686"/>
              <a:ext cx="12192635" cy="54610"/>
            </a:xfrm>
            <a:custGeom>
              <a:avLst/>
              <a:gdLst/>
              <a:ahLst/>
              <a:cxnLst/>
              <a:rect l="l" t="t" r="r" b="b"/>
              <a:pathLst>
                <a:path w="12192635" h="54610">
                  <a:moveTo>
                    <a:pt x="12192114" y="0"/>
                  </a:moveTo>
                  <a:lnTo>
                    <a:pt x="0" y="0"/>
                  </a:lnTo>
                  <a:lnTo>
                    <a:pt x="0" y="53987"/>
                  </a:lnTo>
                  <a:lnTo>
                    <a:pt x="12192114" y="53987"/>
                  </a:lnTo>
                  <a:lnTo>
                    <a:pt x="12192114" y="0"/>
                  </a:lnTo>
                  <a:close/>
                </a:path>
              </a:pathLst>
            </a:custGeom>
            <a:solidFill>
              <a:srgbClr val="F3F3F3"/>
            </a:solidFill>
          </p:spPr>
          <p:txBody>
            <a:bodyPr wrap="square" lIns="0" tIns="0" rIns="0" bIns="0" rtlCol="0"/>
            <a:lstStyle/>
            <a:p>
              <a:endParaRPr/>
            </a:p>
          </p:txBody>
        </p:sp>
        <p:sp>
          <p:nvSpPr>
            <p:cNvPr id="15" name="object 15"/>
            <p:cNvSpPr/>
            <p:nvPr/>
          </p:nvSpPr>
          <p:spPr>
            <a:xfrm>
              <a:off x="0" y="4017962"/>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F2F2F2"/>
            </a:solidFill>
          </p:spPr>
          <p:txBody>
            <a:bodyPr wrap="square" lIns="0" tIns="0" rIns="0" bIns="0" rtlCol="0"/>
            <a:lstStyle/>
            <a:p>
              <a:endParaRPr/>
            </a:p>
          </p:txBody>
        </p:sp>
        <p:sp>
          <p:nvSpPr>
            <p:cNvPr id="16" name="object 16"/>
            <p:cNvSpPr/>
            <p:nvPr/>
          </p:nvSpPr>
          <p:spPr>
            <a:xfrm>
              <a:off x="0" y="4124883"/>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F1F1F1"/>
            </a:solidFill>
          </p:spPr>
          <p:txBody>
            <a:bodyPr wrap="square" lIns="0" tIns="0" rIns="0" bIns="0" rtlCol="0"/>
            <a:lstStyle/>
            <a:p>
              <a:endParaRPr/>
            </a:p>
          </p:txBody>
        </p:sp>
        <p:sp>
          <p:nvSpPr>
            <p:cNvPr id="17" name="object 17"/>
            <p:cNvSpPr/>
            <p:nvPr/>
          </p:nvSpPr>
          <p:spPr>
            <a:xfrm>
              <a:off x="0" y="4178884"/>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F0F0F0"/>
            </a:solidFill>
          </p:spPr>
          <p:txBody>
            <a:bodyPr wrap="square" lIns="0" tIns="0" rIns="0" bIns="0" rtlCol="0"/>
            <a:lstStyle/>
            <a:p>
              <a:endParaRPr/>
            </a:p>
          </p:txBody>
        </p:sp>
        <p:sp>
          <p:nvSpPr>
            <p:cNvPr id="18" name="object 18"/>
            <p:cNvSpPr/>
            <p:nvPr/>
          </p:nvSpPr>
          <p:spPr>
            <a:xfrm>
              <a:off x="0" y="4286161"/>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FEFEF"/>
            </a:solidFill>
          </p:spPr>
          <p:txBody>
            <a:bodyPr wrap="square" lIns="0" tIns="0" rIns="0" bIns="0" rtlCol="0"/>
            <a:lstStyle/>
            <a:p>
              <a:endParaRPr/>
            </a:p>
          </p:txBody>
        </p:sp>
        <p:sp>
          <p:nvSpPr>
            <p:cNvPr id="19" name="object 19"/>
            <p:cNvSpPr/>
            <p:nvPr/>
          </p:nvSpPr>
          <p:spPr>
            <a:xfrm>
              <a:off x="0" y="4339805"/>
              <a:ext cx="12192635" cy="107950"/>
            </a:xfrm>
            <a:custGeom>
              <a:avLst/>
              <a:gdLst/>
              <a:ahLst/>
              <a:cxnLst/>
              <a:rect l="l" t="t" r="r" b="b"/>
              <a:pathLst>
                <a:path w="12192635" h="107950">
                  <a:moveTo>
                    <a:pt x="12192114" y="0"/>
                  </a:moveTo>
                  <a:lnTo>
                    <a:pt x="0" y="0"/>
                  </a:lnTo>
                  <a:lnTo>
                    <a:pt x="0" y="53276"/>
                  </a:lnTo>
                  <a:lnTo>
                    <a:pt x="0" y="53632"/>
                  </a:lnTo>
                  <a:lnTo>
                    <a:pt x="0" y="107632"/>
                  </a:lnTo>
                  <a:lnTo>
                    <a:pt x="505256" y="107632"/>
                  </a:lnTo>
                  <a:lnTo>
                    <a:pt x="505256" y="53632"/>
                  </a:lnTo>
                  <a:lnTo>
                    <a:pt x="11572367" y="53632"/>
                  </a:lnTo>
                  <a:lnTo>
                    <a:pt x="11572367" y="107632"/>
                  </a:lnTo>
                  <a:lnTo>
                    <a:pt x="12192114" y="107632"/>
                  </a:lnTo>
                  <a:lnTo>
                    <a:pt x="12192114" y="53632"/>
                  </a:lnTo>
                  <a:lnTo>
                    <a:pt x="12192114" y="53276"/>
                  </a:lnTo>
                  <a:lnTo>
                    <a:pt x="12192114" y="0"/>
                  </a:lnTo>
                  <a:close/>
                </a:path>
              </a:pathLst>
            </a:custGeom>
            <a:solidFill>
              <a:srgbClr val="EEEEEE"/>
            </a:solidFill>
          </p:spPr>
          <p:txBody>
            <a:bodyPr wrap="square" lIns="0" tIns="0" rIns="0" bIns="0" rtlCol="0"/>
            <a:lstStyle/>
            <a:p>
              <a:endParaRPr/>
            </a:p>
          </p:txBody>
        </p:sp>
        <p:sp>
          <p:nvSpPr>
            <p:cNvPr id="20" name="object 20"/>
            <p:cNvSpPr/>
            <p:nvPr/>
          </p:nvSpPr>
          <p:spPr>
            <a:xfrm>
              <a:off x="0" y="4446359"/>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DEDED"/>
            </a:solidFill>
          </p:spPr>
          <p:txBody>
            <a:bodyPr wrap="square" lIns="0" tIns="0" rIns="0" bIns="0" rtlCol="0"/>
            <a:lstStyle/>
            <a:p>
              <a:endParaRPr/>
            </a:p>
          </p:txBody>
        </p:sp>
        <p:sp>
          <p:nvSpPr>
            <p:cNvPr id="21" name="object 21"/>
            <p:cNvSpPr/>
            <p:nvPr/>
          </p:nvSpPr>
          <p:spPr>
            <a:xfrm>
              <a:off x="0" y="4500003"/>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ECECEC"/>
            </a:solidFill>
          </p:spPr>
          <p:txBody>
            <a:bodyPr wrap="square" lIns="0" tIns="0" rIns="0" bIns="0" rtlCol="0"/>
            <a:lstStyle/>
            <a:p>
              <a:endParaRPr/>
            </a:p>
          </p:txBody>
        </p:sp>
        <p:sp>
          <p:nvSpPr>
            <p:cNvPr id="22" name="object 22"/>
            <p:cNvSpPr/>
            <p:nvPr/>
          </p:nvSpPr>
          <p:spPr>
            <a:xfrm>
              <a:off x="0" y="4607280"/>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BEBEB"/>
            </a:solidFill>
          </p:spPr>
          <p:txBody>
            <a:bodyPr wrap="square" lIns="0" tIns="0" rIns="0" bIns="0" rtlCol="0"/>
            <a:lstStyle/>
            <a:p>
              <a:endParaRPr/>
            </a:p>
          </p:txBody>
        </p:sp>
        <p:sp>
          <p:nvSpPr>
            <p:cNvPr id="23" name="object 23"/>
            <p:cNvSpPr/>
            <p:nvPr/>
          </p:nvSpPr>
          <p:spPr>
            <a:xfrm>
              <a:off x="0" y="4661280"/>
              <a:ext cx="12192635" cy="107314"/>
            </a:xfrm>
            <a:custGeom>
              <a:avLst/>
              <a:gdLst/>
              <a:ahLst/>
              <a:cxnLst/>
              <a:rect l="l" t="t" r="r" b="b"/>
              <a:pathLst>
                <a:path w="12192635" h="107314">
                  <a:moveTo>
                    <a:pt x="12192114" y="0"/>
                  </a:moveTo>
                  <a:lnTo>
                    <a:pt x="0" y="0"/>
                  </a:lnTo>
                  <a:lnTo>
                    <a:pt x="0" y="52920"/>
                  </a:lnTo>
                  <a:lnTo>
                    <a:pt x="0" y="54000"/>
                  </a:lnTo>
                  <a:lnTo>
                    <a:pt x="0" y="107276"/>
                  </a:lnTo>
                  <a:lnTo>
                    <a:pt x="12192114" y="107276"/>
                  </a:lnTo>
                  <a:lnTo>
                    <a:pt x="12192114" y="54000"/>
                  </a:lnTo>
                  <a:lnTo>
                    <a:pt x="12192114" y="52920"/>
                  </a:lnTo>
                  <a:lnTo>
                    <a:pt x="12192114" y="0"/>
                  </a:lnTo>
                  <a:close/>
                </a:path>
              </a:pathLst>
            </a:custGeom>
            <a:solidFill>
              <a:srgbClr val="EAEAEA"/>
            </a:solidFill>
          </p:spPr>
          <p:txBody>
            <a:bodyPr wrap="square" lIns="0" tIns="0" rIns="0" bIns="0" rtlCol="0"/>
            <a:lstStyle/>
            <a:p>
              <a:endParaRPr/>
            </a:p>
          </p:txBody>
        </p:sp>
        <p:sp>
          <p:nvSpPr>
            <p:cNvPr id="24" name="object 24"/>
            <p:cNvSpPr/>
            <p:nvPr/>
          </p:nvSpPr>
          <p:spPr>
            <a:xfrm>
              <a:off x="0" y="476820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9E9E9"/>
            </a:solidFill>
          </p:spPr>
          <p:txBody>
            <a:bodyPr wrap="square" lIns="0" tIns="0" rIns="0" bIns="0" rtlCol="0"/>
            <a:lstStyle/>
            <a:p>
              <a:endParaRPr/>
            </a:p>
          </p:txBody>
        </p:sp>
        <p:sp>
          <p:nvSpPr>
            <p:cNvPr id="25" name="object 25"/>
            <p:cNvSpPr/>
            <p:nvPr/>
          </p:nvSpPr>
          <p:spPr>
            <a:xfrm>
              <a:off x="0" y="4821478"/>
              <a:ext cx="12192635" cy="108585"/>
            </a:xfrm>
            <a:custGeom>
              <a:avLst/>
              <a:gdLst/>
              <a:ahLst/>
              <a:cxnLst/>
              <a:rect l="l" t="t" r="r" b="b"/>
              <a:pathLst>
                <a:path w="12192635" h="108585">
                  <a:moveTo>
                    <a:pt x="12192114" y="0"/>
                  </a:moveTo>
                  <a:lnTo>
                    <a:pt x="0" y="0"/>
                  </a:lnTo>
                  <a:lnTo>
                    <a:pt x="0" y="53644"/>
                  </a:lnTo>
                  <a:lnTo>
                    <a:pt x="0" y="54356"/>
                  </a:lnTo>
                  <a:lnTo>
                    <a:pt x="0" y="108000"/>
                  </a:lnTo>
                  <a:lnTo>
                    <a:pt x="12192114" y="108000"/>
                  </a:lnTo>
                  <a:lnTo>
                    <a:pt x="12192114" y="54356"/>
                  </a:lnTo>
                  <a:lnTo>
                    <a:pt x="12192114" y="53644"/>
                  </a:lnTo>
                  <a:lnTo>
                    <a:pt x="12192114" y="0"/>
                  </a:lnTo>
                  <a:close/>
                </a:path>
              </a:pathLst>
            </a:custGeom>
            <a:solidFill>
              <a:srgbClr val="E8E8E8"/>
            </a:solidFill>
          </p:spPr>
          <p:txBody>
            <a:bodyPr wrap="square" lIns="0" tIns="0" rIns="0" bIns="0" rtlCol="0"/>
            <a:lstStyle/>
            <a:p>
              <a:endParaRPr/>
            </a:p>
          </p:txBody>
        </p:sp>
        <p:sp>
          <p:nvSpPr>
            <p:cNvPr id="26" name="object 26"/>
            <p:cNvSpPr/>
            <p:nvPr/>
          </p:nvSpPr>
          <p:spPr>
            <a:xfrm>
              <a:off x="0" y="4929124"/>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7E7E7"/>
            </a:solidFill>
          </p:spPr>
          <p:txBody>
            <a:bodyPr wrap="square" lIns="0" tIns="0" rIns="0" bIns="0" rtlCol="0"/>
            <a:lstStyle/>
            <a:p>
              <a:endParaRPr/>
            </a:p>
          </p:txBody>
        </p:sp>
        <p:sp>
          <p:nvSpPr>
            <p:cNvPr id="27" name="object 27"/>
            <p:cNvSpPr/>
            <p:nvPr/>
          </p:nvSpPr>
          <p:spPr>
            <a:xfrm>
              <a:off x="0" y="4982400"/>
              <a:ext cx="12192635" cy="108585"/>
            </a:xfrm>
            <a:custGeom>
              <a:avLst/>
              <a:gdLst/>
              <a:ahLst/>
              <a:cxnLst/>
              <a:rect l="l" t="t" r="r" b="b"/>
              <a:pathLst>
                <a:path w="12192635" h="108585">
                  <a:moveTo>
                    <a:pt x="12192114" y="0"/>
                  </a:moveTo>
                  <a:lnTo>
                    <a:pt x="0" y="0"/>
                  </a:lnTo>
                  <a:lnTo>
                    <a:pt x="0" y="53644"/>
                  </a:lnTo>
                  <a:lnTo>
                    <a:pt x="0" y="54356"/>
                  </a:lnTo>
                  <a:lnTo>
                    <a:pt x="0" y="108000"/>
                  </a:lnTo>
                  <a:lnTo>
                    <a:pt x="12192114" y="108000"/>
                  </a:lnTo>
                  <a:lnTo>
                    <a:pt x="12192114" y="54356"/>
                  </a:lnTo>
                  <a:lnTo>
                    <a:pt x="12192114" y="53644"/>
                  </a:lnTo>
                  <a:lnTo>
                    <a:pt x="12192114" y="0"/>
                  </a:lnTo>
                  <a:close/>
                </a:path>
              </a:pathLst>
            </a:custGeom>
            <a:solidFill>
              <a:srgbClr val="E6E6E6"/>
            </a:solidFill>
          </p:spPr>
          <p:txBody>
            <a:bodyPr wrap="square" lIns="0" tIns="0" rIns="0" bIns="0" rtlCol="0"/>
            <a:lstStyle/>
            <a:p>
              <a:endParaRPr/>
            </a:p>
          </p:txBody>
        </p:sp>
        <p:sp>
          <p:nvSpPr>
            <p:cNvPr id="28" name="object 28"/>
            <p:cNvSpPr/>
            <p:nvPr/>
          </p:nvSpPr>
          <p:spPr>
            <a:xfrm>
              <a:off x="0" y="5089321"/>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5E5E5"/>
            </a:solidFill>
          </p:spPr>
          <p:txBody>
            <a:bodyPr wrap="square" lIns="0" tIns="0" rIns="0" bIns="0" rtlCol="0"/>
            <a:lstStyle/>
            <a:p>
              <a:endParaRPr/>
            </a:p>
          </p:txBody>
        </p:sp>
        <p:sp>
          <p:nvSpPr>
            <p:cNvPr id="29" name="object 29"/>
            <p:cNvSpPr/>
            <p:nvPr/>
          </p:nvSpPr>
          <p:spPr>
            <a:xfrm>
              <a:off x="0" y="514332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E4E4E4"/>
            </a:solidFill>
          </p:spPr>
          <p:txBody>
            <a:bodyPr wrap="square" lIns="0" tIns="0" rIns="0" bIns="0" rtlCol="0"/>
            <a:lstStyle/>
            <a:p>
              <a:endParaRPr/>
            </a:p>
          </p:txBody>
        </p:sp>
        <p:sp>
          <p:nvSpPr>
            <p:cNvPr id="30" name="object 30"/>
            <p:cNvSpPr/>
            <p:nvPr/>
          </p:nvSpPr>
          <p:spPr>
            <a:xfrm>
              <a:off x="0" y="5196611"/>
              <a:ext cx="12192635" cy="108585"/>
            </a:xfrm>
            <a:custGeom>
              <a:avLst/>
              <a:gdLst/>
              <a:ahLst/>
              <a:cxnLst/>
              <a:rect l="l" t="t" r="r" b="b"/>
              <a:pathLst>
                <a:path w="12192635" h="108585">
                  <a:moveTo>
                    <a:pt x="12192114" y="0"/>
                  </a:moveTo>
                  <a:lnTo>
                    <a:pt x="0" y="0"/>
                  </a:lnTo>
                  <a:lnTo>
                    <a:pt x="0" y="53632"/>
                  </a:lnTo>
                  <a:lnTo>
                    <a:pt x="0" y="54343"/>
                  </a:lnTo>
                  <a:lnTo>
                    <a:pt x="0" y="107988"/>
                  </a:lnTo>
                  <a:lnTo>
                    <a:pt x="12192114" y="107988"/>
                  </a:lnTo>
                  <a:lnTo>
                    <a:pt x="12192114" y="54343"/>
                  </a:lnTo>
                  <a:lnTo>
                    <a:pt x="12192114" y="53632"/>
                  </a:lnTo>
                  <a:lnTo>
                    <a:pt x="12192114" y="0"/>
                  </a:lnTo>
                  <a:close/>
                </a:path>
              </a:pathLst>
            </a:custGeom>
            <a:solidFill>
              <a:srgbClr val="E3E3E3"/>
            </a:solidFill>
          </p:spPr>
          <p:txBody>
            <a:bodyPr wrap="square" lIns="0" tIns="0" rIns="0" bIns="0" rtlCol="0"/>
            <a:lstStyle/>
            <a:p>
              <a:endParaRPr/>
            </a:p>
          </p:txBody>
        </p:sp>
        <p:sp>
          <p:nvSpPr>
            <p:cNvPr id="31" name="object 31"/>
            <p:cNvSpPr/>
            <p:nvPr/>
          </p:nvSpPr>
          <p:spPr>
            <a:xfrm>
              <a:off x="0" y="5303520"/>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2E2E2"/>
            </a:solidFill>
          </p:spPr>
          <p:txBody>
            <a:bodyPr wrap="square" lIns="0" tIns="0" rIns="0" bIns="0" rtlCol="0"/>
            <a:lstStyle/>
            <a:p>
              <a:endParaRPr/>
            </a:p>
          </p:txBody>
        </p:sp>
        <p:sp>
          <p:nvSpPr>
            <p:cNvPr id="32" name="object 32"/>
            <p:cNvSpPr/>
            <p:nvPr/>
          </p:nvSpPr>
          <p:spPr>
            <a:xfrm>
              <a:off x="0" y="5357520"/>
              <a:ext cx="12192635" cy="108585"/>
            </a:xfrm>
            <a:custGeom>
              <a:avLst/>
              <a:gdLst/>
              <a:ahLst/>
              <a:cxnLst/>
              <a:rect l="l" t="t" r="r" b="b"/>
              <a:pathLst>
                <a:path w="12192635" h="108585">
                  <a:moveTo>
                    <a:pt x="12192114" y="0"/>
                  </a:moveTo>
                  <a:lnTo>
                    <a:pt x="0" y="0"/>
                  </a:lnTo>
                  <a:lnTo>
                    <a:pt x="0" y="53644"/>
                  </a:lnTo>
                  <a:lnTo>
                    <a:pt x="0" y="54356"/>
                  </a:lnTo>
                  <a:lnTo>
                    <a:pt x="0" y="108000"/>
                  </a:lnTo>
                  <a:lnTo>
                    <a:pt x="12192114" y="108000"/>
                  </a:lnTo>
                  <a:lnTo>
                    <a:pt x="12192114" y="54356"/>
                  </a:lnTo>
                  <a:lnTo>
                    <a:pt x="12192114" y="53644"/>
                  </a:lnTo>
                  <a:lnTo>
                    <a:pt x="12192114" y="0"/>
                  </a:lnTo>
                  <a:close/>
                </a:path>
              </a:pathLst>
            </a:custGeom>
            <a:solidFill>
              <a:srgbClr val="E1E1E1"/>
            </a:solidFill>
          </p:spPr>
          <p:txBody>
            <a:bodyPr wrap="square" lIns="0" tIns="0" rIns="0" bIns="0" rtlCol="0"/>
            <a:lstStyle/>
            <a:p>
              <a:endParaRPr/>
            </a:p>
          </p:txBody>
        </p:sp>
        <p:sp>
          <p:nvSpPr>
            <p:cNvPr id="33" name="object 33"/>
            <p:cNvSpPr/>
            <p:nvPr/>
          </p:nvSpPr>
          <p:spPr>
            <a:xfrm>
              <a:off x="0" y="5464441"/>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E0E0E0"/>
            </a:solidFill>
          </p:spPr>
          <p:txBody>
            <a:bodyPr wrap="square" lIns="0" tIns="0" rIns="0" bIns="0" rtlCol="0"/>
            <a:lstStyle/>
            <a:p>
              <a:endParaRPr/>
            </a:p>
          </p:txBody>
        </p:sp>
        <p:sp>
          <p:nvSpPr>
            <p:cNvPr id="34" name="object 34"/>
            <p:cNvSpPr/>
            <p:nvPr/>
          </p:nvSpPr>
          <p:spPr>
            <a:xfrm>
              <a:off x="0" y="5518442"/>
              <a:ext cx="12192635" cy="107314"/>
            </a:xfrm>
            <a:custGeom>
              <a:avLst/>
              <a:gdLst/>
              <a:ahLst/>
              <a:cxnLst/>
              <a:rect l="l" t="t" r="r" b="b"/>
              <a:pathLst>
                <a:path w="12192635" h="107314">
                  <a:moveTo>
                    <a:pt x="12192114" y="0"/>
                  </a:moveTo>
                  <a:lnTo>
                    <a:pt x="0" y="0"/>
                  </a:lnTo>
                  <a:lnTo>
                    <a:pt x="0" y="53276"/>
                  </a:lnTo>
                  <a:lnTo>
                    <a:pt x="0" y="54356"/>
                  </a:lnTo>
                  <a:lnTo>
                    <a:pt x="0" y="107276"/>
                  </a:lnTo>
                  <a:lnTo>
                    <a:pt x="12192114" y="107276"/>
                  </a:lnTo>
                  <a:lnTo>
                    <a:pt x="12192114" y="54356"/>
                  </a:lnTo>
                  <a:lnTo>
                    <a:pt x="12192114" y="53276"/>
                  </a:lnTo>
                  <a:lnTo>
                    <a:pt x="12192114" y="0"/>
                  </a:lnTo>
                  <a:close/>
                </a:path>
              </a:pathLst>
            </a:custGeom>
            <a:solidFill>
              <a:srgbClr val="DFDFDF"/>
            </a:solidFill>
          </p:spPr>
          <p:txBody>
            <a:bodyPr wrap="square" lIns="0" tIns="0" rIns="0" bIns="0" rtlCol="0"/>
            <a:lstStyle/>
            <a:p>
              <a:endParaRPr/>
            </a:p>
          </p:txBody>
        </p:sp>
        <p:sp>
          <p:nvSpPr>
            <p:cNvPr id="35" name="object 35"/>
            <p:cNvSpPr/>
            <p:nvPr/>
          </p:nvSpPr>
          <p:spPr>
            <a:xfrm>
              <a:off x="0" y="5625363"/>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DEDEDE"/>
            </a:solidFill>
          </p:spPr>
          <p:txBody>
            <a:bodyPr wrap="square" lIns="0" tIns="0" rIns="0" bIns="0" rtlCol="0"/>
            <a:lstStyle/>
            <a:p>
              <a:endParaRPr/>
            </a:p>
          </p:txBody>
        </p:sp>
        <p:sp>
          <p:nvSpPr>
            <p:cNvPr id="36" name="object 36"/>
            <p:cNvSpPr/>
            <p:nvPr/>
          </p:nvSpPr>
          <p:spPr>
            <a:xfrm>
              <a:off x="0" y="5678639"/>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DDDDDD"/>
            </a:solidFill>
          </p:spPr>
          <p:txBody>
            <a:bodyPr wrap="square" lIns="0" tIns="0" rIns="0" bIns="0" rtlCol="0"/>
            <a:lstStyle/>
            <a:p>
              <a:endParaRPr/>
            </a:p>
          </p:txBody>
        </p:sp>
        <p:sp>
          <p:nvSpPr>
            <p:cNvPr id="37" name="object 37"/>
            <p:cNvSpPr/>
            <p:nvPr/>
          </p:nvSpPr>
          <p:spPr>
            <a:xfrm>
              <a:off x="0" y="5786285"/>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DCDCDC"/>
            </a:solidFill>
          </p:spPr>
          <p:txBody>
            <a:bodyPr wrap="square" lIns="0" tIns="0" rIns="0" bIns="0" rtlCol="0"/>
            <a:lstStyle/>
            <a:p>
              <a:endParaRPr/>
            </a:p>
          </p:txBody>
        </p:sp>
        <p:sp>
          <p:nvSpPr>
            <p:cNvPr id="38" name="object 38"/>
            <p:cNvSpPr/>
            <p:nvPr/>
          </p:nvSpPr>
          <p:spPr>
            <a:xfrm>
              <a:off x="0" y="5839561"/>
              <a:ext cx="12192635" cy="107950"/>
            </a:xfrm>
            <a:custGeom>
              <a:avLst/>
              <a:gdLst/>
              <a:ahLst/>
              <a:cxnLst/>
              <a:rect l="l" t="t" r="r" b="b"/>
              <a:pathLst>
                <a:path w="12192635" h="107950">
                  <a:moveTo>
                    <a:pt x="12192114" y="0"/>
                  </a:moveTo>
                  <a:lnTo>
                    <a:pt x="0" y="0"/>
                  </a:lnTo>
                  <a:lnTo>
                    <a:pt x="0" y="54000"/>
                  </a:lnTo>
                  <a:lnTo>
                    <a:pt x="0" y="54356"/>
                  </a:lnTo>
                  <a:lnTo>
                    <a:pt x="0" y="107632"/>
                  </a:lnTo>
                  <a:lnTo>
                    <a:pt x="12192114" y="107632"/>
                  </a:lnTo>
                  <a:lnTo>
                    <a:pt x="12192114" y="54356"/>
                  </a:lnTo>
                  <a:lnTo>
                    <a:pt x="12192114" y="54000"/>
                  </a:lnTo>
                  <a:lnTo>
                    <a:pt x="12192114" y="0"/>
                  </a:lnTo>
                  <a:close/>
                </a:path>
              </a:pathLst>
            </a:custGeom>
            <a:solidFill>
              <a:srgbClr val="DBDBDB"/>
            </a:solidFill>
          </p:spPr>
          <p:txBody>
            <a:bodyPr wrap="square" lIns="0" tIns="0" rIns="0" bIns="0" rtlCol="0"/>
            <a:lstStyle/>
            <a:p>
              <a:endParaRPr/>
            </a:p>
          </p:txBody>
        </p:sp>
        <p:sp>
          <p:nvSpPr>
            <p:cNvPr id="39" name="object 39"/>
            <p:cNvSpPr/>
            <p:nvPr/>
          </p:nvSpPr>
          <p:spPr>
            <a:xfrm>
              <a:off x="0" y="5946482"/>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DADADA"/>
            </a:solidFill>
          </p:spPr>
          <p:txBody>
            <a:bodyPr wrap="square" lIns="0" tIns="0" rIns="0" bIns="0" rtlCol="0"/>
            <a:lstStyle/>
            <a:p>
              <a:endParaRPr/>
            </a:p>
          </p:txBody>
        </p:sp>
        <p:sp>
          <p:nvSpPr>
            <p:cNvPr id="40" name="object 40"/>
            <p:cNvSpPr/>
            <p:nvPr/>
          </p:nvSpPr>
          <p:spPr>
            <a:xfrm>
              <a:off x="0" y="6000483"/>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D9D9D9"/>
            </a:solidFill>
          </p:spPr>
          <p:txBody>
            <a:bodyPr wrap="square" lIns="0" tIns="0" rIns="0" bIns="0" rtlCol="0"/>
            <a:lstStyle/>
            <a:p>
              <a:endParaRPr/>
            </a:p>
          </p:txBody>
        </p:sp>
        <p:sp>
          <p:nvSpPr>
            <p:cNvPr id="41" name="object 41"/>
            <p:cNvSpPr/>
            <p:nvPr/>
          </p:nvSpPr>
          <p:spPr>
            <a:xfrm>
              <a:off x="0" y="6107760"/>
              <a:ext cx="12192635" cy="54610"/>
            </a:xfrm>
            <a:custGeom>
              <a:avLst/>
              <a:gdLst/>
              <a:ahLst/>
              <a:cxnLst/>
              <a:rect l="l" t="t" r="r" b="b"/>
              <a:pathLst>
                <a:path w="12192635" h="54610">
                  <a:moveTo>
                    <a:pt x="12192114" y="0"/>
                  </a:moveTo>
                  <a:lnTo>
                    <a:pt x="0" y="0"/>
                  </a:lnTo>
                  <a:lnTo>
                    <a:pt x="0" y="54356"/>
                  </a:lnTo>
                  <a:lnTo>
                    <a:pt x="12192114" y="54356"/>
                  </a:lnTo>
                  <a:lnTo>
                    <a:pt x="12192114" y="0"/>
                  </a:lnTo>
                  <a:close/>
                </a:path>
              </a:pathLst>
            </a:custGeom>
            <a:solidFill>
              <a:srgbClr val="D8D8D8"/>
            </a:solidFill>
          </p:spPr>
          <p:txBody>
            <a:bodyPr wrap="square" lIns="0" tIns="0" rIns="0" bIns="0" rtlCol="0"/>
            <a:lstStyle/>
            <a:p>
              <a:endParaRPr/>
            </a:p>
          </p:txBody>
        </p:sp>
        <p:sp>
          <p:nvSpPr>
            <p:cNvPr id="42" name="object 42"/>
            <p:cNvSpPr/>
            <p:nvPr/>
          </p:nvSpPr>
          <p:spPr>
            <a:xfrm>
              <a:off x="0" y="6161404"/>
              <a:ext cx="12192635" cy="107950"/>
            </a:xfrm>
            <a:custGeom>
              <a:avLst/>
              <a:gdLst/>
              <a:ahLst/>
              <a:cxnLst/>
              <a:rect l="l" t="t" r="r" b="b"/>
              <a:pathLst>
                <a:path w="12192635" h="107950">
                  <a:moveTo>
                    <a:pt x="12192114" y="0"/>
                  </a:moveTo>
                  <a:lnTo>
                    <a:pt x="0" y="0"/>
                  </a:lnTo>
                  <a:lnTo>
                    <a:pt x="0" y="53276"/>
                  </a:lnTo>
                  <a:lnTo>
                    <a:pt x="0" y="54356"/>
                  </a:lnTo>
                  <a:lnTo>
                    <a:pt x="0" y="107632"/>
                  </a:lnTo>
                  <a:lnTo>
                    <a:pt x="12192114" y="107632"/>
                  </a:lnTo>
                  <a:lnTo>
                    <a:pt x="12192114" y="54356"/>
                  </a:lnTo>
                  <a:lnTo>
                    <a:pt x="12192114" y="53276"/>
                  </a:lnTo>
                  <a:lnTo>
                    <a:pt x="12192114" y="0"/>
                  </a:lnTo>
                  <a:close/>
                </a:path>
              </a:pathLst>
            </a:custGeom>
            <a:solidFill>
              <a:srgbClr val="D7D7D7"/>
            </a:solidFill>
          </p:spPr>
          <p:txBody>
            <a:bodyPr wrap="square" lIns="0" tIns="0" rIns="0" bIns="0" rtlCol="0"/>
            <a:lstStyle/>
            <a:p>
              <a:endParaRPr/>
            </a:p>
          </p:txBody>
        </p:sp>
        <p:sp>
          <p:nvSpPr>
            <p:cNvPr id="43" name="object 43"/>
            <p:cNvSpPr/>
            <p:nvPr/>
          </p:nvSpPr>
          <p:spPr>
            <a:xfrm>
              <a:off x="0" y="6268326"/>
              <a:ext cx="12192635" cy="54610"/>
            </a:xfrm>
            <a:custGeom>
              <a:avLst/>
              <a:gdLst/>
              <a:ahLst/>
              <a:cxnLst/>
              <a:rect l="l" t="t" r="r" b="b"/>
              <a:pathLst>
                <a:path w="12192635" h="54610">
                  <a:moveTo>
                    <a:pt x="12192114" y="0"/>
                  </a:moveTo>
                  <a:lnTo>
                    <a:pt x="0" y="0"/>
                  </a:lnTo>
                  <a:lnTo>
                    <a:pt x="0" y="53987"/>
                  </a:lnTo>
                  <a:lnTo>
                    <a:pt x="12192114" y="53987"/>
                  </a:lnTo>
                  <a:lnTo>
                    <a:pt x="12192114" y="0"/>
                  </a:lnTo>
                  <a:close/>
                </a:path>
              </a:pathLst>
            </a:custGeom>
            <a:solidFill>
              <a:srgbClr val="D6D6D6"/>
            </a:solidFill>
          </p:spPr>
          <p:txBody>
            <a:bodyPr wrap="square" lIns="0" tIns="0" rIns="0" bIns="0" rtlCol="0"/>
            <a:lstStyle/>
            <a:p>
              <a:endParaRPr/>
            </a:p>
          </p:txBody>
        </p:sp>
        <p:sp>
          <p:nvSpPr>
            <p:cNvPr id="44" name="object 44"/>
            <p:cNvSpPr/>
            <p:nvPr/>
          </p:nvSpPr>
          <p:spPr>
            <a:xfrm>
              <a:off x="0" y="6321602"/>
              <a:ext cx="12192635" cy="108585"/>
            </a:xfrm>
            <a:custGeom>
              <a:avLst/>
              <a:gdLst/>
              <a:ahLst/>
              <a:cxnLst/>
              <a:rect l="l" t="t" r="r" b="b"/>
              <a:pathLst>
                <a:path w="12192635" h="108585">
                  <a:moveTo>
                    <a:pt x="12192114" y="0"/>
                  </a:moveTo>
                  <a:lnTo>
                    <a:pt x="0" y="0"/>
                  </a:lnTo>
                  <a:lnTo>
                    <a:pt x="0" y="54000"/>
                  </a:lnTo>
                  <a:lnTo>
                    <a:pt x="0" y="54356"/>
                  </a:lnTo>
                  <a:lnTo>
                    <a:pt x="0" y="108356"/>
                  </a:lnTo>
                  <a:lnTo>
                    <a:pt x="12192114" y="108356"/>
                  </a:lnTo>
                  <a:lnTo>
                    <a:pt x="12192114" y="54356"/>
                  </a:lnTo>
                  <a:lnTo>
                    <a:pt x="12192114" y="54000"/>
                  </a:lnTo>
                  <a:lnTo>
                    <a:pt x="12192114" y="0"/>
                  </a:lnTo>
                  <a:close/>
                </a:path>
              </a:pathLst>
            </a:custGeom>
            <a:solidFill>
              <a:srgbClr val="D5D5D5"/>
            </a:solidFill>
          </p:spPr>
          <p:txBody>
            <a:bodyPr wrap="square" lIns="0" tIns="0" rIns="0" bIns="0" rtlCol="0"/>
            <a:lstStyle/>
            <a:p>
              <a:endParaRPr/>
            </a:p>
          </p:txBody>
        </p:sp>
        <p:sp>
          <p:nvSpPr>
            <p:cNvPr id="45" name="object 45"/>
            <p:cNvSpPr/>
            <p:nvPr/>
          </p:nvSpPr>
          <p:spPr>
            <a:xfrm>
              <a:off x="0" y="6428879"/>
              <a:ext cx="12192635" cy="54610"/>
            </a:xfrm>
            <a:custGeom>
              <a:avLst/>
              <a:gdLst/>
              <a:ahLst/>
              <a:cxnLst/>
              <a:rect l="l" t="t" r="r" b="b"/>
              <a:pathLst>
                <a:path w="12192635" h="54610">
                  <a:moveTo>
                    <a:pt x="12192114" y="0"/>
                  </a:moveTo>
                  <a:lnTo>
                    <a:pt x="0" y="0"/>
                  </a:lnTo>
                  <a:lnTo>
                    <a:pt x="0" y="54355"/>
                  </a:lnTo>
                  <a:lnTo>
                    <a:pt x="12192114" y="54355"/>
                  </a:lnTo>
                  <a:lnTo>
                    <a:pt x="12192114" y="0"/>
                  </a:lnTo>
                  <a:close/>
                </a:path>
              </a:pathLst>
            </a:custGeom>
            <a:solidFill>
              <a:srgbClr val="D4D4D4"/>
            </a:solidFill>
          </p:spPr>
          <p:txBody>
            <a:bodyPr wrap="square" lIns="0" tIns="0" rIns="0" bIns="0" rtlCol="0"/>
            <a:lstStyle/>
            <a:p>
              <a:endParaRPr/>
            </a:p>
          </p:txBody>
        </p:sp>
        <p:sp>
          <p:nvSpPr>
            <p:cNvPr id="46" name="object 46"/>
            <p:cNvSpPr/>
            <p:nvPr/>
          </p:nvSpPr>
          <p:spPr>
            <a:xfrm>
              <a:off x="0" y="6482880"/>
              <a:ext cx="12192635" cy="107314"/>
            </a:xfrm>
            <a:custGeom>
              <a:avLst/>
              <a:gdLst/>
              <a:ahLst/>
              <a:cxnLst/>
              <a:rect l="l" t="t" r="r" b="b"/>
              <a:pathLst>
                <a:path w="12192635" h="107315">
                  <a:moveTo>
                    <a:pt x="12192114" y="0"/>
                  </a:moveTo>
                  <a:lnTo>
                    <a:pt x="0" y="0"/>
                  </a:lnTo>
                  <a:lnTo>
                    <a:pt x="0" y="53644"/>
                  </a:lnTo>
                  <a:lnTo>
                    <a:pt x="0" y="54356"/>
                  </a:lnTo>
                  <a:lnTo>
                    <a:pt x="0" y="107276"/>
                  </a:lnTo>
                  <a:lnTo>
                    <a:pt x="12192114" y="107276"/>
                  </a:lnTo>
                  <a:lnTo>
                    <a:pt x="12192114" y="54356"/>
                  </a:lnTo>
                  <a:lnTo>
                    <a:pt x="12192114" y="53644"/>
                  </a:lnTo>
                  <a:lnTo>
                    <a:pt x="12192114" y="0"/>
                  </a:lnTo>
                  <a:close/>
                </a:path>
              </a:pathLst>
            </a:custGeom>
            <a:solidFill>
              <a:srgbClr val="D3D3D3"/>
            </a:solidFill>
          </p:spPr>
          <p:txBody>
            <a:bodyPr wrap="square" lIns="0" tIns="0" rIns="0" bIns="0" rtlCol="0"/>
            <a:lstStyle/>
            <a:p>
              <a:endParaRPr/>
            </a:p>
          </p:txBody>
        </p:sp>
        <p:sp>
          <p:nvSpPr>
            <p:cNvPr id="47" name="object 47"/>
            <p:cNvSpPr/>
            <p:nvPr/>
          </p:nvSpPr>
          <p:spPr>
            <a:xfrm>
              <a:off x="0" y="6589801"/>
              <a:ext cx="12192635" cy="54610"/>
            </a:xfrm>
            <a:custGeom>
              <a:avLst/>
              <a:gdLst/>
              <a:ahLst/>
              <a:cxnLst/>
              <a:rect l="l" t="t" r="r" b="b"/>
              <a:pathLst>
                <a:path w="12192635" h="54609">
                  <a:moveTo>
                    <a:pt x="12192114" y="0"/>
                  </a:moveTo>
                  <a:lnTo>
                    <a:pt x="0" y="0"/>
                  </a:lnTo>
                  <a:lnTo>
                    <a:pt x="0" y="54356"/>
                  </a:lnTo>
                  <a:lnTo>
                    <a:pt x="12192114" y="54356"/>
                  </a:lnTo>
                  <a:lnTo>
                    <a:pt x="12192114" y="0"/>
                  </a:lnTo>
                  <a:close/>
                </a:path>
              </a:pathLst>
            </a:custGeom>
            <a:solidFill>
              <a:srgbClr val="D2D2D2"/>
            </a:solidFill>
          </p:spPr>
          <p:txBody>
            <a:bodyPr wrap="square" lIns="0" tIns="0" rIns="0" bIns="0" rtlCol="0"/>
            <a:lstStyle/>
            <a:p>
              <a:endParaRPr/>
            </a:p>
          </p:txBody>
        </p:sp>
        <p:sp>
          <p:nvSpPr>
            <p:cNvPr id="48" name="object 48"/>
            <p:cNvSpPr/>
            <p:nvPr/>
          </p:nvSpPr>
          <p:spPr>
            <a:xfrm>
              <a:off x="0" y="6643446"/>
              <a:ext cx="12192635" cy="107950"/>
            </a:xfrm>
            <a:custGeom>
              <a:avLst/>
              <a:gdLst/>
              <a:ahLst/>
              <a:cxnLst/>
              <a:rect l="l" t="t" r="r" b="b"/>
              <a:pathLst>
                <a:path w="12192635" h="107950">
                  <a:moveTo>
                    <a:pt x="12192114" y="0"/>
                  </a:moveTo>
                  <a:lnTo>
                    <a:pt x="0" y="0"/>
                  </a:lnTo>
                  <a:lnTo>
                    <a:pt x="0" y="53276"/>
                  </a:lnTo>
                  <a:lnTo>
                    <a:pt x="0" y="53987"/>
                  </a:lnTo>
                  <a:lnTo>
                    <a:pt x="0" y="107632"/>
                  </a:lnTo>
                  <a:lnTo>
                    <a:pt x="12192114" y="107632"/>
                  </a:lnTo>
                  <a:lnTo>
                    <a:pt x="12192114" y="53987"/>
                  </a:lnTo>
                  <a:lnTo>
                    <a:pt x="12192114" y="53276"/>
                  </a:lnTo>
                  <a:lnTo>
                    <a:pt x="12192114" y="0"/>
                  </a:lnTo>
                  <a:close/>
                </a:path>
              </a:pathLst>
            </a:custGeom>
            <a:solidFill>
              <a:srgbClr val="D1D1D1"/>
            </a:solidFill>
          </p:spPr>
          <p:txBody>
            <a:bodyPr wrap="square" lIns="0" tIns="0" rIns="0" bIns="0" rtlCol="0"/>
            <a:lstStyle/>
            <a:p>
              <a:endParaRPr/>
            </a:p>
          </p:txBody>
        </p:sp>
        <p:sp>
          <p:nvSpPr>
            <p:cNvPr id="49" name="object 49"/>
            <p:cNvSpPr/>
            <p:nvPr/>
          </p:nvSpPr>
          <p:spPr>
            <a:xfrm>
              <a:off x="0" y="6750723"/>
              <a:ext cx="12192635" cy="54610"/>
            </a:xfrm>
            <a:custGeom>
              <a:avLst/>
              <a:gdLst/>
              <a:ahLst/>
              <a:cxnLst/>
              <a:rect l="l" t="t" r="r" b="b"/>
              <a:pathLst>
                <a:path w="12192635" h="54609">
                  <a:moveTo>
                    <a:pt x="12192114" y="0"/>
                  </a:moveTo>
                  <a:lnTo>
                    <a:pt x="0" y="0"/>
                  </a:lnTo>
                  <a:lnTo>
                    <a:pt x="0" y="54356"/>
                  </a:lnTo>
                  <a:lnTo>
                    <a:pt x="12192114" y="54356"/>
                  </a:lnTo>
                  <a:lnTo>
                    <a:pt x="12192114" y="0"/>
                  </a:lnTo>
                  <a:close/>
                </a:path>
              </a:pathLst>
            </a:custGeom>
            <a:solidFill>
              <a:srgbClr val="D0D0D0"/>
            </a:solidFill>
          </p:spPr>
          <p:txBody>
            <a:bodyPr wrap="square" lIns="0" tIns="0" rIns="0" bIns="0" rtlCol="0"/>
            <a:lstStyle/>
            <a:p>
              <a:endParaRPr/>
            </a:p>
          </p:txBody>
        </p:sp>
        <p:sp>
          <p:nvSpPr>
            <p:cNvPr id="50" name="object 50"/>
            <p:cNvSpPr/>
            <p:nvPr/>
          </p:nvSpPr>
          <p:spPr>
            <a:xfrm>
              <a:off x="0" y="6803999"/>
              <a:ext cx="12192635" cy="54610"/>
            </a:xfrm>
            <a:custGeom>
              <a:avLst/>
              <a:gdLst/>
              <a:ahLst/>
              <a:cxnLst/>
              <a:rect l="l" t="t" r="r" b="b"/>
              <a:pathLst>
                <a:path w="12192635" h="54609">
                  <a:moveTo>
                    <a:pt x="12192114" y="0"/>
                  </a:moveTo>
                  <a:lnTo>
                    <a:pt x="0" y="0"/>
                  </a:lnTo>
                  <a:lnTo>
                    <a:pt x="0" y="54355"/>
                  </a:lnTo>
                  <a:lnTo>
                    <a:pt x="12192114" y="54355"/>
                  </a:lnTo>
                  <a:lnTo>
                    <a:pt x="12192114" y="0"/>
                  </a:lnTo>
                  <a:close/>
                </a:path>
              </a:pathLst>
            </a:custGeom>
            <a:solidFill>
              <a:srgbClr val="CFCFCF"/>
            </a:solidFill>
          </p:spPr>
          <p:txBody>
            <a:bodyPr wrap="square" lIns="0" tIns="0" rIns="0" bIns="0" rtlCol="0"/>
            <a:lstStyle/>
            <a:p>
              <a:endParaRPr/>
            </a:p>
          </p:txBody>
        </p:sp>
        <p:sp>
          <p:nvSpPr>
            <p:cNvPr id="51" name="object 51"/>
            <p:cNvSpPr/>
            <p:nvPr/>
          </p:nvSpPr>
          <p:spPr>
            <a:xfrm>
              <a:off x="534238" y="4379760"/>
              <a:ext cx="11009630" cy="46990"/>
            </a:xfrm>
            <a:custGeom>
              <a:avLst/>
              <a:gdLst/>
              <a:ahLst/>
              <a:cxnLst/>
              <a:rect l="l" t="t" r="r" b="b"/>
              <a:pathLst>
                <a:path w="11009630" h="46989">
                  <a:moveTo>
                    <a:pt x="0" y="0"/>
                  </a:moveTo>
                  <a:lnTo>
                    <a:pt x="11009160" y="31318"/>
                  </a:lnTo>
                </a:path>
                <a:path w="11009630" h="46989">
                  <a:moveTo>
                    <a:pt x="0" y="12598"/>
                  </a:moveTo>
                  <a:lnTo>
                    <a:pt x="11009160" y="46799"/>
                  </a:lnTo>
                </a:path>
              </a:pathLst>
            </a:custGeom>
            <a:ln w="57958">
              <a:solidFill>
                <a:srgbClr val="E37101"/>
              </a:solidFill>
            </a:ln>
          </p:spPr>
          <p:txBody>
            <a:bodyPr wrap="square" lIns="0" tIns="0" rIns="0" bIns="0" rtlCol="0"/>
            <a:lstStyle/>
            <a:p>
              <a:endParaRPr/>
            </a:p>
          </p:txBody>
        </p:sp>
      </p:grpSp>
      <p:sp>
        <p:nvSpPr>
          <p:cNvPr id="52" name="object 52"/>
          <p:cNvSpPr txBox="1"/>
          <p:nvPr/>
        </p:nvSpPr>
        <p:spPr>
          <a:xfrm>
            <a:off x="2095817" y="3693134"/>
            <a:ext cx="7890509" cy="635000"/>
          </a:xfrm>
          <a:prstGeom prst="rect">
            <a:avLst/>
          </a:prstGeom>
        </p:spPr>
        <p:txBody>
          <a:bodyPr vert="horz" wrap="square" lIns="0" tIns="12700" rIns="0" bIns="0" rtlCol="0">
            <a:spAutoFit/>
          </a:bodyPr>
          <a:lstStyle/>
          <a:p>
            <a:pPr marL="12700" algn="ctr">
              <a:lnSpc>
                <a:spcPct val="100000"/>
              </a:lnSpc>
              <a:spcBef>
                <a:spcPts val="100"/>
              </a:spcBef>
            </a:pPr>
            <a:r>
              <a:rPr sz="4000" b="1" spc="-10" dirty="0">
                <a:latin typeface="Calibri"/>
                <a:cs typeface="Calibri"/>
              </a:rPr>
              <a:t>SISTEMAS</a:t>
            </a:r>
            <a:r>
              <a:rPr sz="4000" b="1" spc="-20" dirty="0">
                <a:latin typeface="Calibri"/>
                <a:cs typeface="Calibri"/>
              </a:rPr>
              <a:t> </a:t>
            </a:r>
            <a:r>
              <a:rPr lang="es-ES" sz="4000" b="1" spc="-20" dirty="0">
                <a:latin typeface="Calibri"/>
                <a:cs typeface="Calibri"/>
              </a:rPr>
              <a:t>DE </a:t>
            </a:r>
            <a:r>
              <a:rPr lang="es-ES" sz="4000" b="1" spc="-5" dirty="0">
                <a:latin typeface="Calibri"/>
                <a:cs typeface="Calibri"/>
              </a:rPr>
              <a:t>BIG DATA</a:t>
            </a:r>
            <a:endParaRPr sz="4000" dirty="0">
              <a:latin typeface="Calibri"/>
              <a:cs typeface="Calibri"/>
            </a:endParaRPr>
          </a:p>
        </p:txBody>
      </p:sp>
      <p:sp>
        <p:nvSpPr>
          <p:cNvPr id="53" name="object 53"/>
          <p:cNvSpPr txBox="1"/>
          <p:nvPr/>
        </p:nvSpPr>
        <p:spPr>
          <a:xfrm>
            <a:off x="1898180" y="4894097"/>
            <a:ext cx="8431530" cy="1554272"/>
          </a:xfrm>
          <a:prstGeom prst="rect">
            <a:avLst/>
          </a:prstGeom>
        </p:spPr>
        <p:txBody>
          <a:bodyPr vert="horz" wrap="square" lIns="0" tIns="12700" rIns="0" bIns="0" rtlCol="0">
            <a:spAutoFit/>
          </a:bodyPr>
          <a:lstStyle/>
          <a:p>
            <a:pPr algn="ctr">
              <a:lnSpc>
                <a:spcPts val="2280"/>
              </a:lnSpc>
              <a:spcBef>
                <a:spcPts val="100"/>
              </a:spcBef>
            </a:pPr>
            <a:r>
              <a:rPr sz="2000" b="1" dirty="0">
                <a:latin typeface="Arial"/>
                <a:cs typeface="Arial"/>
              </a:rPr>
              <a:t>UD1.</a:t>
            </a:r>
            <a:r>
              <a:rPr sz="2000" b="1" spc="-15" dirty="0">
                <a:latin typeface="Arial"/>
                <a:cs typeface="Arial"/>
              </a:rPr>
              <a:t> </a:t>
            </a:r>
            <a:r>
              <a:rPr sz="2000" b="1" spc="-5" dirty="0">
                <a:latin typeface="Arial"/>
                <a:cs typeface="Arial"/>
              </a:rPr>
              <a:t>SISTEMAS</a:t>
            </a:r>
            <a:r>
              <a:rPr sz="2000" b="1" spc="-10" dirty="0">
                <a:latin typeface="Arial"/>
                <a:cs typeface="Arial"/>
              </a:rPr>
              <a:t> </a:t>
            </a:r>
            <a:r>
              <a:rPr lang="es-ES" sz="2000" b="1" spc="-10" dirty="0">
                <a:latin typeface="Arial"/>
                <a:cs typeface="Arial"/>
              </a:rPr>
              <a:t>DE </a:t>
            </a:r>
            <a:r>
              <a:rPr lang="es-ES" sz="2000" b="1" dirty="0">
                <a:latin typeface="Arial"/>
                <a:cs typeface="Arial"/>
              </a:rPr>
              <a:t>BIG DATA Y ÁNALISIS DE DATOS</a:t>
            </a:r>
          </a:p>
          <a:p>
            <a:pPr algn="ctr">
              <a:lnSpc>
                <a:spcPts val="2280"/>
              </a:lnSpc>
              <a:spcBef>
                <a:spcPts val="100"/>
              </a:spcBef>
            </a:pPr>
            <a:r>
              <a:rPr lang="es-ES" sz="2000" b="1" dirty="0">
                <a:latin typeface="Arial"/>
                <a:cs typeface="Arial"/>
              </a:rPr>
              <a:t>(Ingesta de Datos)</a:t>
            </a:r>
          </a:p>
          <a:p>
            <a:pPr algn="ctr">
              <a:lnSpc>
                <a:spcPts val="2280"/>
              </a:lnSpc>
              <a:spcBef>
                <a:spcPts val="100"/>
              </a:spcBef>
            </a:pPr>
            <a:endParaRPr sz="2000" dirty="0">
              <a:latin typeface="Arial"/>
              <a:cs typeface="Arial"/>
            </a:endParaRPr>
          </a:p>
          <a:p>
            <a:pPr>
              <a:lnSpc>
                <a:spcPct val="100000"/>
              </a:lnSpc>
            </a:pPr>
            <a:endParaRPr sz="2200" dirty="0">
              <a:latin typeface="Arial"/>
              <a:cs typeface="Arial"/>
            </a:endParaRPr>
          </a:p>
          <a:p>
            <a:pPr>
              <a:lnSpc>
                <a:spcPct val="100000"/>
              </a:lnSpc>
              <a:spcBef>
                <a:spcPts val="15"/>
              </a:spcBef>
            </a:pPr>
            <a:endParaRPr sz="19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a:t>
            </a:r>
            <a:r>
              <a:rPr lang="es-ES" sz="1800" spc="-5" dirty="0">
                <a:latin typeface="Calibri"/>
                <a:cs typeface="Calibri"/>
              </a:rPr>
              <a:t>SISTEMAS DE BIG DATA Y ÁNALISIS DE DATOS</a:t>
            </a:r>
            <a:endParaRPr sz="1800" dirty="0">
              <a:latin typeface="Calibri"/>
              <a:cs typeface="Calibri"/>
            </a:endParaRPr>
          </a:p>
        </p:txBody>
      </p:sp>
      <p:sp>
        <p:nvSpPr>
          <p:cNvPr id="4" name="object 4"/>
          <p:cNvSpPr txBox="1"/>
          <p:nvPr/>
        </p:nvSpPr>
        <p:spPr>
          <a:xfrm>
            <a:off x="459625" y="906773"/>
            <a:ext cx="5146040" cy="5497018"/>
          </a:xfrm>
          <a:prstGeom prst="rect">
            <a:avLst/>
          </a:prstGeom>
        </p:spPr>
        <p:txBody>
          <a:bodyPr vert="horz" wrap="square" lIns="0" tIns="153035" rIns="0" bIns="0" rtlCol="0">
            <a:spAutoFit/>
          </a:bodyPr>
          <a:lstStyle/>
          <a:p>
            <a:pPr marL="12700">
              <a:lnSpc>
                <a:spcPct val="100000"/>
              </a:lnSpc>
              <a:spcBef>
                <a:spcPts val="1205"/>
              </a:spcBef>
            </a:pPr>
            <a:r>
              <a:rPr sz="2800" b="1" spc="-10" dirty="0">
                <a:solidFill>
                  <a:srgbClr val="E37101"/>
                </a:solidFill>
                <a:latin typeface="Calibri"/>
                <a:cs typeface="Calibri"/>
              </a:rPr>
              <a:t>Contenidos</a:t>
            </a:r>
            <a:endParaRPr sz="2800" dirty="0">
              <a:latin typeface="Calibri"/>
              <a:cs typeface="Calibri"/>
            </a:endParaRPr>
          </a:p>
          <a:p>
            <a:pPr marL="698500" indent="-228600">
              <a:lnSpc>
                <a:spcPct val="100000"/>
              </a:lnSpc>
              <a:spcBef>
                <a:spcPts val="795"/>
              </a:spcBef>
              <a:buFont typeface="Wingdings"/>
              <a:buChar char=""/>
              <a:tabLst>
                <a:tab pos="698500" algn="l"/>
              </a:tabLst>
            </a:pPr>
            <a:r>
              <a:rPr lang="es-ES" sz="2000" dirty="0">
                <a:latin typeface="Calibri"/>
                <a:cs typeface="Calibri"/>
              </a:rPr>
              <a:t>Introducción</a:t>
            </a:r>
            <a:endParaRPr sz="2000" dirty="0">
              <a:latin typeface="Calibri"/>
              <a:cs typeface="Calibri"/>
            </a:endParaRPr>
          </a:p>
          <a:p>
            <a:pPr marL="698500" indent="-228600">
              <a:lnSpc>
                <a:spcPct val="100000"/>
              </a:lnSpc>
              <a:spcBef>
                <a:spcPts val="260"/>
              </a:spcBef>
              <a:buFont typeface="Wingdings"/>
              <a:buChar char=""/>
              <a:tabLst>
                <a:tab pos="698500" algn="l"/>
              </a:tabLst>
            </a:pPr>
            <a:r>
              <a:rPr lang="es-ES" sz="2000" spc="-5" dirty="0">
                <a:latin typeface="Calibri"/>
                <a:cs typeface="Calibri"/>
              </a:rPr>
              <a:t>Pipeline de datos</a:t>
            </a:r>
            <a:endParaRPr sz="2000" dirty="0">
              <a:latin typeface="Calibri"/>
              <a:cs typeface="Calibri"/>
            </a:endParaRPr>
          </a:p>
          <a:p>
            <a:pPr marL="698500" indent="-228600">
              <a:lnSpc>
                <a:spcPct val="100000"/>
              </a:lnSpc>
              <a:spcBef>
                <a:spcPts val="260"/>
              </a:spcBef>
              <a:buFont typeface="Wingdings"/>
              <a:buChar char=""/>
              <a:tabLst>
                <a:tab pos="698500" algn="l"/>
              </a:tabLst>
            </a:pPr>
            <a:r>
              <a:rPr lang="es-ES" sz="2000" dirty="0">
                <a:latin typeface="Calibri"/>
                <a:cs typeface="Calibri"/>
              </a:rPr>
              <a:t>Fases del pipeline</a:t>
            </a:r>
            <a:endParaRPr sz="2000" dirty="0">
              <a:latin typeface="Calibri"/>
              <a:cs typeface="Calibri"/>
            </a:endParaRPr>
          </a:p>
          <a:p>
            <a:pPr marL="698500" indent="-228600">
              <a:lnSpc>
                <a:spcPct val="100000"/>
              </a:lnSpc>
              <a:spcBef>
                <a:spcPts val="260"/>
              </a:spcBef>
              <a:buFont typeface="Wingdings"/>
              <a:buChar char=""/>
              <a:tabLst>
                <a:tab pos="698500" algn="l"/>
              </a:tabLst>
            </a:pPr>
            <a:r>
              <a:rPr lang="es-ES" sz="2000" dirty="0">
                <a:latin typeface="Calibri"/>
                <a:cs typeface="Calibri"/>
              </a:rPr>
              <a:t>Pipeline iterativo</a:t>
            </a:r>
          </a:p>
          <a:p>
            <a:pPr marL="698500" indent="-228600">
              <a:lnSpc>
                <a:spcPct val="100000"/>
              </a:lnSpc>
              <a:spcBef>
                <a:spcPts val="260"/>
              </a:spcBef>
              <a:buFont typeface="Wingdings"/>
              <a:buChar char=""/>
              <a:tabLst>
                <a:tab pos="698500" algn="l"/>
              </a:tabLst>
            </a:pPr>
            <a:r>
              <a:rPr lang="es-ES" sz="2000" dirty="0">
                <a:latin typeface="Calibri"/>
                <a:cs typeface="Calibri"/>
              </a:rPr>
              <a:t>ETL</a:t>
            </a:r>
            <a:r>
              <a:rPr sz="2000" spc="-5" dirty="0">
                <a:latin typeface="Calibri"/>
                <a:cs typeface="Calibri"/>
              </a:rPr>
              <a:t>.</a:t>
            </a:r>
            <a:endParaRPr lang="es-ES" sz="2000" spc="-5" dirty="0">
              <a:latin typeface="Calibri"/>
              <a:cs typeface="Calibri"/>
            </a:endParaRPr>
          </a:p>
          <a:p>
            <a:pPr marL="1270000" lvl="1" indent="-342900">
              <a:spcBef>
                <a:spcPts val="260"/>
              </a:spcBef>
              <a:buFont typeface="Wingdings" panose="05000000000000000000" pitchFamily="2" charset="2"/>
              <a:buChar char="§"/>
              <a:tabLst>
                <a:tab pos="698500" algn="l"/>
              </a:tabLst>
            </a:pPr>
            <a:r>
              <a:rPr lang="es-ES" sz="2000" spc="-5" dirty="0">
                <a:latin typeface="Calibri"/>
                <a:cs typeface="Calibri"/>
              </a:rPr>
              <a:t>Extracción</a:t>
            </a:r>
          </a:p>
          <a:p>
            <a:pPr marL="1270000" lvl="1" indent="-342900">
              <a:spcBef>
                <a:spcPts val="260"/>
              </a:spcBef>
              <a:buFont typeface="Wingdings" panose="05000000000000000000" pitchFamily="2" charset="2"/>
              <a:buChar char="§"/>
              <a:tabLst>
                <a:tab pos="698500" algn="l"/>
              </a:tabLst>
            </a:pPr>
            <a:r>
              <a:rPr lang="es-ES" sz="2000" spc="-5" dirty="0">
                <a:latin typeface="Calibri"/>
                <a:cs typeface="Calibri"/>
              </a:rPr>
              <a:t>Transformación</a:t>
            </a:r>
          </a:p>
          <a:p>
            <a:pPr marL="1270000" lvl="1" indent="-342900">
              <a:spcBef>
                <a:spcPts val="260"/>
              </a:spcBef>
              <a:buFont typeface="Wingdings" panose="05000000000000000000" pitchFamily="2" charset="2"/>
              <a:buChar char="§"/>
              <a:tabLst>
                <a:tab pos="698500" algn="l"/>
              </a:tabLst>
            </a:pPr>
            <a:r>
              <a:rPr lang="es-ES" sz="2000" spc="-5" dirty="0">
                <a:latin typeface="Calibri"/>
                <a:cs typeface="Calibri"/>
              </a:rPr>
              <a:t>Carga</a:t>
            </a:r>
            <a:endParaRPr sz="2000" dirty="0">
              <a:latin typeface="Calibri"/>
              <a:cs typeface="Calibri"/>
            </a:endParaRPr>
          </a:p>
          <a:p>
            <a:pPr marL="698500" indent="-228600">
              <a:lnSpc>
                <a:spcPct val="100000"/>
              </a:lnSpc>
              <a:spcBef>
                <a:spcPts val="260"/>
              </a:spcBef>
              <a:buFont typeface="Wingdings"/>
              <a:buChar char=""/>
              <a:tabLst>
                <a:tab pos="698500" algn="l"/>
              </a:tabLst>
            </a:pPr>
            <a:r>
              <a:rPr lang="es-ES" sz="2000" spc="-5" dirty="0">
                <a:latin typeface="Calibri"/>
                <a:cs typeface="Calibri"/>
              </a:rPr>
              <a:t>ELT</a:t>
            </a:r>
            <a:endParaRPr sz="2000" dirty="0">
              <a:latin typeface="Calibri"/>
              <a:cs typeface="Calibri"/>
            </a:endParaRPr>
          </a:p>
          <a:p>
            <a:pPr marL="698500" indent="-228600">
              <a:lnSpc>
                <a:spcPct val="100000"/>
              </a:lnSpc>
              <a:spcBef>
                <a:spcPts val="260"/>
              </a:spcBef>
              <a:buFont typeface="Wingdings"/>
              <a:buChar char=""/>
              <a:tabLst>
                <a:tab pos="698500" algn="l"/>
              </a:tabLst>
            </a:pPr>
            <a:r>
              <a:rPr lang="es-ES" sz="2000" spc="-5" dirty="0">
                <a:latin typeface="Calibri"/>
                <a:cs typeface="Calibri"/>
              </a:rPr>
              <a:t>Herramientas ELT</a:t>
            </a:r>
          </a:p>
          <a:p>
            <a:pPr marL="698500" indent="-228600">
              <a:lnSpc>
                <a:spcPct val="100000"/>
              </a:lnSpc>
              <a:spcBef>
                <a:spcPts val="260"/>
              </a:spcBef>
              <a:buFont typeface="Wingdings"/>
              <a:buChar char=""/>
              <a:tabLst>
                <a:tab pos="698500" algn="l"/>
              </a:tabLst>
            </a:pPr>
            <a:r>
              <a:rPr lang="es-ES" sz="2000" spc="-5" dirty="0">
                <a:latin typeface="Calibri"/>
                <a:cs typeface="Calibri"/>
              </a:rPr>
              <a:t>Ingesta por dentro</a:t>
            </a:r>
          </a:p>
          <a:p>
            <a:pPr marL="698500" indent="-228600">
              <a:lnSpc>
                <a:spcPct val="100000"/>
              </a:lnSpc>
              <a:spcBef>
                <a:spcPts val="260"/>
              </a:spcBef>
              <a:buFont typeface="Wingdings"/>
              <a:buChar char=""/>
              <a:tabLst>
                <a:tab pos="698500" algn="l"/>
              </a:tabLst>
            </a:pPr>
            <a:r>
              <a:rPr lang="es-ES" sz="2000" spc="-5" dirty="0">
                <a:latin typeface="Calibri"/>
                <a:cs typeface="Calibri"/>
              </a:rPr>
              <a:t>Preguntas</a:t>
            </a:r>
          </a:p>
          <a:p>
            <a:pPr marL="698500" indent="-228600">
              <a:lnSpc>
                <a:spcPct val="100000"/>
              </a:lnSpc>
              <a:spcBef>
                <a:spcPts val="260"/>
              </a:spcBef>
              <a:buFont typeface="Wingdings"/>
              <a:buChar char=""/>
              <a:tabLst>
                <a:tab pos="698500" algn="l"/>
              </a:tabLst>
            </a:pPr>
            <a:endParaRPr sz="2000" dirty="0">
              <a:latin typeface="Calibri"/>
              <a:cs typeface="Calibri"/>
            </a:endParaRPr>
          </a:p>
          <a:p>
            <a:pPr marL="469900">
              <a:lnSpc>
                <a:spcPct val="100000"/>
              </a:lnSpc>
              <a:spcBef>
                <a:spcPts val="260"/>
              </a:spcBef>
              <a:tabLst>
                <a:tab pos="698500" algn="l"/>
              </a:tabLst>
            </a:pPr>
            <a:endParaRPr sz="20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4709623"/>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Introducción</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dirty="0">
              <a:latin typeface="Calibri"/>
              <a:cs typeface="Calibri"/>
            </a:endParaRPr>
          </a:p>
          <a:p>
            <a:r>
              <a:rPr lang="es-ES" sz="2000" dirty="0"/>
              <a:t>La ingesta de datos es el proceso mediante el cual se introducen datos, desde diferentes fuentes, dentro de otro sistema de almacenamiento o procesamiento de datos.</a:t>
            </a:r>
          </a:p>
          <a:p>
            <a:r>
              <a:rPr lang="es-ES" sz="2000" dirty="0"/>
              <a:t>Estos procesos deben ser flexibles y ágiles, para que los analistas puedan construir un </a:t>
            </a:r>
            <a:r>
              <a:rPr lang="es-ES" sz="2000" i="1" dirty="0"/>
              <a:t>pipeline</a:t>
            </a:r>
            <a:r>
              <a:rPr lang="es-ES" sz="2000" dirty="0"/>
              <a:t> de datos para moverlos a la herramienta con la que trabajen. Entendemos como </a:t>
            </a:r>
            <a:r>
              <a:rPr lang="es-ES" sz="2000" i="1" dirty="0"/>
              <a:t>pipeline</a:t>
            </a:r>
            <a:r>
              <a:rPr lang="es-ES" sz="2000" dirty="0"/>
              <a:t> de datos un proceso que consume datos desde un punto de origen, los limpia y los escribe en un nuevo destino.</a:t>
            </a:r>
          </a:p>
          <a:p>
            <a:endParaRPr lang="es-ES" sz="2000" dirty="0"/>
          </a:p>
          <a:p>
            <a:r>
              <a:rPr lang="es-ES" sz="2000" dirty="0"/>
              <a:t>Es el primer paso que ha de tenerse en cuenta a la hora de diseñar una arquitectura </a:t>
            </a:r>
            <a:r>
              <a:rPr lang="es-ES" sz="2000" i="1" dirty="0"/>
              <a:t>Big Data</a:t>
            </a:r>
            <a:r>
              <a:rPr lang="es-ES" sz="2000" dirty="0"/>
              <a:t>, para lo cual, hay que tener muy claro, no solamente el tipo y fuente de datos, sino cual es el objetivo final y qué se pretende conseguir con ellos. </a:t>
            </a:r>
          </a:p>
          <a:p>
            <a:r>
              <a:rPr lang="es-ES" sz="2000" dirty="0"/>
              <a:t>Dada la gran cantidad de datos que disponen las empresas, toda la información que generan desde diferentes fuentes se deben integrar en un único lugar, al que actualmente se le conoce como </a:t>
            </a:r>
            <a:r>
              <a:rPr lang="es-ES" sz="2000" i="1" dirty="0"/>
              <a:t>data </a:t>
            </a:r>
            <a:r>
              <a:rPr lang="es-ES" sz="2000" i="1" dirty="0" err="1"/>
              <a:t>lake</a:t>
            </a:r>
            <a:r>
              <a:rPr lang="es-ES" sz="2000" dirty="0"/>
              <a:t>, asegurándose que los datos sean compatibles entre sí.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4371068"/>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Pipeline de datos</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sz="1600" b="1" spc="-10" dirty="0">
              <a:solidFill>
                <a:srgbClr val="E37101"/>
              </a:solidFill>
              <a:latin typeface="Calibri"/>
              <a:cs typeface="Calibri"/>
            </a:endParaRPr>
          </a:p>
          <a:p>
            <a:r>
              <a:rPr lang="es-ES" sz="2000" dirty="0"/>
              <a:t>Un </a:t>
            </a:r>
            <a:r>
              <a:rPr lang="es-ES" sz="2000" i="1" dirty="0"/>
              <a:t>pipeline</a:t>
            </a:r>
            <a:r>
              <a:rPr lang="es-ES" sz="2000" dirty="0"/>
              <a:t> es una construcción lógica que representa un proceso dividido en fases. Los pipelines de datos se caracterizan por definir el conjunto de pasos o fases y las tecnologías involucradas en un proceso de movimiento o procesamiento de datos. En su forma más simple, consisten en recoger los datos, almacenarlos y procesarlos, y construir algo útil con ellos.</a:t>
            </a:r>
          </a:p>
          <a:p>
            <a:endParaRPr lang="es-ES" sz="2000" dirty="0"/>
          </a:p>
          <a:p>
            <a:r>
              <a:rPr lang="es-ES" sz="2000" dirty="0"/>
              <a:t>Las pipelines de datos son necesarios ya que no debemos analizar los datos en los mismos sistemas donde se crean (principalmente para evitar problemas de rendimiento). El proceso de analítica es costoso computacionalmente, por lo que se separa para evitar perjudicar el rendimiento del servicio. De esta forma, tenemos sistemas OLTP (sistemas de procesamiento transaccional online), encargados de capturar y crear datos y sistemas OLAP (sistemas de procesamiento analítico, como un </a:t>
            </a:r>
            <a:r>
              <a:rPr lang="es-ES" sz="2000" i="1" dirty="0"/>
              <a:t>Data </a:t>
            </a:r>
            <a:r>
              <a:rPr lang="es-ES" sz="2000" i="1" dirty="0" err="1"/>
              <a:t>Warehouse</a:t>
            </a:r>
            <a:r>
              <a:rPr lang="es-ES" sz="2000" dirty="0"/>
              <a:t>), encargados de analizar los datos.</a:t>
            </a:r>
          </a:p>
        </p:txBody>
      </p:sp>
    </p:spTree>
    <p:extLst>
      <p:ext uri="{BB962C8B-B14F-4D97-AF65-F5344CB8AC3E}">
        <p14:creationId xmlns:p14="http://schemas.microsoft.com/office/powerpoint/2010/main" val="255952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6525504"/>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Fases del pipeline</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sz="1600" b="1" spc="-10" dirty="0">
              <a:solidFill>
                <a:srgbClr val="E37101"/>
              </a:solidFill>
              <a:latin typeface="Calibri"/>
              <a:cs typeface="Calibri"/>
            </a:endParaRPr>
          </a:p>
          <a:p>
            <a:pPr marL="800100" lvl="1" indent="-342900">
              <a:buFont typeface="Arial" panose="020B0604020202020204" pitchFamily="34" charset="0"/>
              <a:buChar char="•"/>
            </a:pPr>
            <a:r>
              <a:rPr lang="es-ES" sz="2000" dirty="0"/>
              <a:t>Ingesta. Recogemos los datos y los enviamos a un </a:t>
            </a:r>
            <a:r>
              <a:rPr lang="es-ES" sz="2000" dirty="0" err="1"/>
              <a:t>topic</a:t>
            </a:r>
            <a:r>
              <a:rPr lang="es-ES" sz="2000" dirty="0"/>
              <a:t> de </a:t>
            </a:r>
            <a:r>
              <a:rPr lang="es-ES" sz="2000" i="1" dirty="0"/>
              <a:t>Apache Kafka</a:t>
            </a:r>
            <a:r>
              <a:rPr lang="es-ES" sz="2000" dirty="0"/>
              <a:t>.</a:t>
            </a:r>
          </a:p>
          <a:p>
            <a:pPr marL="800100" lvl="1" indent="-342900">
              <a:buFont typeface="Arial" panose="020B0604020202020204" pitchFamily="34" charset="0"/>
              <a:buChar char="•"/>
            </a:pPr>
            <a:r>
              <a:rPr lang="es-ES" sz="2000" dirty="0"/>
              <a:t>Almacenamiento. </a:t>
            </a:r>
            <a:r>
              <a:rPr lang="es-ES" sz="2000" i="1" dirty="0"/>
              <a:t>Kafka</a:t>
            </a:r>
            <a:r>
              <a:rPr lang="es-ES" sz="2000" dirty="0"/>
              <a:t> actúa aquí como un </a:t>
            </a:r>
            <a:r>
              <a:rPr lang="es-ES" sz="2000" i="1" dirty="0"/>
              <a:t>buffer</a:t>
            </a:r>
            <a:r>
              <a:rPr lang="es-ES" sz="2000" dirty="0"/>
              <a:t> para el siguiente paso.</a:t>
            </a:r>
          </a:p>
          <a:p>
            <a:pPr marL="800100" lvl="1" indent="-342900">
              <a:buFont typeface="Arial" panose="020B0604020202020204" pitchFamily="34" charset="0"/>
              <a:buChar char="•"/>
            </a:pPr>
            <a:r>
              <a:rPr lang="es-ES" sz="2000" dirty="0"/>
              <a:t>Procesamiento. Mediante una tecnología de procesamiento, que puede ser </a:t>
            </a:r>
            <a:r>
              <a:rPr lang="es-ES" sz="2000" i="1" dirty="0" err="1"/>
              <a:t>streaming</a:t>
            </a:r>
            <a:r>
              <a:rPr lang="es-ES" sz="2000" dirty="0"/>
              <a:t> o </a:t>
            </a:r>
            <a:r>
              <a:rPr lang="es-ES" sz="2000" i="1" dirty="0" err="1"/>
              <a:t>batch</a:t>
            </a:r>
            <a:r>
              <a:rPr lang="es-ES" sz="2000" dirty="0"/>
              <a:t>, leemos los datos del buffer.</a:t>
            </a:r>
          </a:p>
          <a:p>
            <a:pPr marL="800100" lvl="1" indent="-342900">
              <a:buFont typeface="Arial" panose="020B0604020202020204" pitchFamily="34" charset="0"/>
              <a:buChar char="•"/>
            </a:pPr>
            <a:r>
              <a:rPr lang="es-ES" sz="2000" dirty="0"/>
              <a:t>Análisis y Visualización. Por ejemplo, mediante </a:t>
            </a:r>
            <a:r>
              <a:rPr lang="es-ES" sz="2000" i="1" dirty="0" err="1"/>
              <a:t>Spark</a:t>
            </a:r>
            <a:r>
              <a:rPr lang="es-ES" sz="2000" dirty="0"/>
              <a:t> realizamos la analítica sobre estos datos (haciendo cálculos, filtrados, agrupaciones de datos, etc...). Finalmente, podemos visualizar los resultados obtenidos o almacenarlos en una base de datos </a:t>
            </a:r>
            <a:r>
              <a:rPr lang="es-ES" sz="2000" dirty="0" err="1"/>
              <a:t>NoSQL</a:t>
            </a:r>
            <a:r>
              <a:rPr lang="es-ES" sz="2000" dirty="0"/>
              <a:t>  o un sistema de almacenamiento distribuido </a:t>
            </a:r>
          </a:p>
          <a:p>
            <a:pPr lvl="1"/>
            <a:endParaRPr lang="es-ES" sz="2000" dirty="0"/>
          </a:p>
          <a:p>
            <a:pPr lvl="1"/>
            <a:r>
              <a:rPr lang="es-ES" sz="2000" dirty="0"/>
              <a:t>Antes de realizar el análisis de los datos, va a ser muy normal tener que limpiar o normalizar los datos, ya sea porque las fuentes de datos, al ser distintas, utilicen diferentes codificaciones o nomenclaturas, o bien que haya datos sin rellenar o incorrectos. Conforme los datos avanzan a través del </a:t>
            </a:r>
            <a:r>
              <a:rPr lang="es-ES" sz="2000" i="1" dirty="0"/>
              <a:t>pipeline</a:t>
            </a:r>
            <a:r>
              <a:rPr lang="es-ES" sz="2000" dirty="0"/>
              <a:t>, los datos se van a transformar (por ejemplo, poniendo ceros en los campos vacíos, o rellenando los huecos con valores que aporten valor). Estas transformaciones se conocen como </a:t>
            </a:r>
            <a:r>
              <a:rPr lang="es-ES" sz="2000" i="1" dirty="0"/>
              <a:t>Data </a:t>
            </a:r>
            <a:r>
              <a:rPr lang="es-ES" sz="2000" i="1" dirty="0" err="1"/>
              <a:t>Wrangling</a:t>
            </a:r>
            <a:r>
              <a:rPr lang="es-ES" sz="2000" dirty="0"/>
              <a:t> (manipulación o disputa de datos), termino que engloba las acciones realizadas desde los datos en crudo hasta el estado final en el cual el dato cobra valor y sentido para los usuarios.</a:t>
            </a:r>
          </a:p>
          <a:p>
            <a:endParaRPr lang="es-ES" sz="2000" dirty="0"/>
          </a:p>
          <a:p>
            <a:endParaRPr lang="es-ES" sz="2000" dirty="0"/>
          </a:p>
        </p:txBody>
      </p:sp>
    </p:spTree>
    <p:extLst>
      <p:ext uri="{BB962C8B-B14F-4D97-AF65-F5344CB8AC3E}">
        <p14:creationId xmlns:p14="http://schemas.microsoft.com/office/powerpoint/2010/main" val="417461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4401846"/>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Pipeline iterativo</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b="1" spc="-10" dirty="0">
              <a:solidFill>
                <a:srgbClr val="E37101"/>
              </a:solidFill>
              <a:latin typeface="Calibri"/>
              <a:cs typeface="Calibri"/>
            </a:endParaRPr>
          </a:p>
          <a:p>
            <a:r>
              <a:rPr lang="es-ES" sz="2000" dirty="0"/>
              <a:t>Este proceso de ingesta, almacenamiento, procesamiento y análisis es iterativo. Sobre una hipótesis que se nos plantee en negocio, comprobaremos los datos almacenados, y si no disponemos de la información necesaria, recogeremos nuevos datos. Estos nuevos datos pasaran por todo el pipeline, integrándose con los datos ya existentes. En la fase de analítica, si no obtenemos el resultado esperado, nos tocará volver a la fase de ingesta para obtener o modificar los datos recogidos, y así, de forma iterativa, hasta producir el resultado esperado.</a:t>
            </a:r>
          </a:p>
          <a:p>
            <a:endParaRPr lang="es-ES" sz="2000" dirty="0"/>
          </a:p>
          <a:p>
            <a:r>
              <a:rPr lang="es-ES" sz="2000" dirty="0"/>
              <a:t>Aunque a menudo se intercambian los términos de </a:t>
            </a:r>
            <a:r>
              <a:rPr lang="es-ES" sz="2000" i="1" dirty="0"/>
              <a:t>pipeline</a:t>
            </a:r>
            <a:r>
              <a:rPr lang="es-ES" sz="2000" dirty="0"/>
              <a:t> de datos y ETL, no significan lo mismo. Las </a:t>
            </a:r>
            <a:r>
              <a:rPr lang="es-ES" sz="2000" dirty="0" err="1"/>
              <a:t>ETLs</a:t>
            </a:r>
            <a:r>
              <a:rPr lang="es-ES" sz="2000" dirty="0"/>
              <a:t> son un caso particular de pipeline de datos que involucran las fases de extracción, transformación y carga de datos. Las pipelines de datos son cualquier proceso que involucre el movimiento de datos entre sistemas.</a:t>
            </a:r>
          </a:p>
        </p:txBody>
      </p:sp>
    </p:spTree>
    <p:extLst>
      <p:ext uri="{BB962C8B-B14F-4D97-AF65-F5344CB8AC3E}">
        <p14:creationId xmlns:p14="http://schemas.microsoft.com/office/powerpoint/2010/main" val="131101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5017399"/>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ETL</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dirty="0">
              <a:latin typeface="Calibri"/>
              <a:cs typeface="Calibri"/>
            </a:endParaRPr>
          </a:p>
          <a:p>
            <a:r>
              <a:rPr lang="es-ES" sz="2000" dirty="0"/>
              <a:t>Una ETL, entendida como un proceso que lleva la información de un punto A </a:t>
            </a:r>
            <a:r>
              <a:rPr lang="es-ES" sz="2000" dirty="0" err="1"/>
              <a:t>a</a:t>
            </a:r>
            <a:r>
              <a:rPr lang="es-ES" sz="2000" dirty="0"/>
              <a:t> un punto B, puede realizarse mediante diversas herramientas, scripts, Python, etc... Pero para Big Data no servirá cualquier tipo de herramienta, ya que necesitamos que sean:</a:t>
            </a:r>
          </a:p>
          <a:p>
            <a:pPr marL="800100" lvl="1" indent="-342900">
              <a:buFont typeface="Arial" panose="020B0604020202020204" pitchFamily="34" charset="0"/>
              <a:buChar char="•"/>
            </a:pPr>
            <a:r>
              <a:rPr lang="es-ES" sz="2000" dirty="0"/>
              <a:t>Flexibles y soporten formatos variados (JSON, CSV, etc...)</a:t>
            </a:r>
          </a:p>
          <a:p>
            <a:pPr marL="800100" lvl="1" indent="-342900">
              <a:buFont typeface="Arial" panose="020B0604020202020204" pitchFamily="34" charset="0"/>
              <a:buChar char="•"/>
            </a:pPr>
            <a:r>
              <a:rPr lang="es-ES" sz="2000" dirty="0"/>
              <a:t>Escalables y tolerante a fallos.</a:t>
            </a:r>
          </a:p>
          <a:p>
            <a:pPr marL="800100" lvl="1" indent="-342900">
              <a:buFont typeface="Arial" panose="020B0604020202020204" pitchFamily="34" charset="0"/>
              <a:buChar char="•"/>
            </a:pPr>
            <a:r>
              <a:rPr lang="es-ES" sz="2000" dirty="0"/>
              <a:t>Dispongan de conectores a múltiples fuentes y destinos de datos.</a:t>
            </a:r>
          </a:p>
          <a:p>
            <a:pPr lvl="1"/>
            <a:endParaRPr lang="es-ES" sz="2000" dirty="0"/>
          </a:p>
          <a:p>
            <a:r>
              <a:rPr lang="es-ES" sz="2000" dirty="0"/>
              <a:t>Los procesos ETL, siglas de </a:t>
            </a:r>
            <a:r>
              <a:rPr lang="es-ES" sz="2000" b="1" dirty="0"/>
              <a:t>e</a:t>
            </a:r>
            <a:r>
              <a:rPr lang="es-ES" sz="2000" dirty="0"/>
              <a:t>xtracción, </a:t>
            </a:r>
            <a:r>
              <a:rPr lang="es-ES" sz="2000" b="1" dirty="0"/>
              <a:t>t</a:t>
            </a:r>
            <a:r>
              <a:rPr lang="es-ES" sz="2000" dirty="0"/>
              <a:t>ransformación y carga (</a:t>
            </a:r>
            <a:r>
              <a:rPr lang="es-ES" sz="2000" b="1" i="1" dirty="0"/>
              <a:t>l</a:t>
            </a:r>
            <a:r>
              <a:rPr lang="es-ES" sz="2000" i="1" dirty="0"/>
              <a:t>oad</a:t>
            </a:r>
            <a:r>
              <a:rPr lang="es-ES" sz="2000" dirty="0"/>
              <a:t>), permiten a las organizaciones recopilar en un único lugar todos los datos de los que pueden disponer. Estos datos provienen de diversas fuentes, por lo que es necesario acceder a ellos, y formatearlos para poder ser capaces de integrarlos. Además, es muy recomendable asegurar la calidad de los datos y su veracidad, para así evitar la creación de errores en los datos.</a:t>
            </a:r>
          </a:p>
          <a:p>
            <a:pPr lvl="2"/>
            <a:endParaRPr lang="es-ES" sz="2000" dirty="0"/>
          </a:p>
        </p:txBody>
      </p:sp>
    </p:spTree>
    <p:extLst>
      <p:ext uri="{BB962C8B-B14F-4D97-AF65-F5344CB8AC3E}">
        <p14:creationId xmlns:p14="http://schemas.microsoft.com/office/powerpoint/2010/main" val="3839365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2555187"/>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ETL</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dirty="0">
              <a:latin typeface="Calibri"/>
              <a:cs typeface="Calibri"/>
            </a:endParaRPr>
          </a:p>
          <a:p>
            <a:r>
              <a:rPr lang="es-ES" sz="2000" dirty="0"/>
              <a:t>Una vez los datos están unificados </a:t>
            </a:r>
          </a:p>
          <a:p>
            <a:r>
              <a:rPr lang="es-ES" sz="2000" dirty="0"/>
              <a:t>en un </a:t>
            </a:r>
            <a:r>
              <a:rPr lang="es-ES" sz="2000" i="1" dirty="0"/>
              <a:t>data </a:t>
            </a:r>
            <a:r>
              <a:rPr lang="es-ES" sz="2000" i="1" dirty="0" err="1"/>
              <a:t>lake</a:t>
            </a:r>
            <a:r>
              <a:rPr lang="es-ES" sz="2000" dirty="0"/>
              <a:t>, otro tipo de herramientas </a:t>
            </a:r>
          </a:p>
          <a:p>
            <a:r>
              <a:rPr lang="es-ES" sz="2000" dirty="0"/>
              <a:t>de análisis permitirán su estudio para</a:t>
            </a:r>
          </a:p>
          <a:p>
            <a:r>
              <a:rPr lang="es-ES" sz="2000" dirty="0"/>
              <a:t>apoyar procesos de negocio.</a:t>
            </a:r>
          </a:p>
          <a:p>
            <a:endParaRPr lang="es-ES"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828800"/>
            <a:ext cx="6863243"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0882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5909951"/>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Extracción</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sz="1600" b="1" spc="-10" dirty="0">
              <a:solidFill>
                <a:srgbClr val="E37101"/>
              </a:solidFill>
              <a:latin typeface="Calibri"/>
              <a:cs typeface="Calibri"/>
            </a:endParaRPr>
          </a:p>
          <a:p>
            <a:r>
              <a:rPr lang="es-ES" sz="2000" dirty="0"/>
              <a:t>Encargada de recopilar los datos de los sistemas originales y transportarlos al sistema donde se almacenarán, de manera general suele tratarse de un entorno de Data </a:t>
            </a:r>
            <a:r>
              <a:rPr lang="es-ES" sz="2000" dirty="0" err="1"/>
              <a:t>Warehouse</a:t>
            </a:r>
            <a:r>
              <a:rPr lang="es-ES" sz="2000" dirty="0"/>
              <a:t> o almacén de datos. Las fuentes de datos pueden encontrarse en diferentes formatos, desde ficheros planos hasta bases de datos relacionales, pasando por mensajes de redes sociales como </a:t>
            </a:r>
            <a:r>
              <a:rPr lang="es-ES" sz="2000" i="1" dirty="0"/>
              <a:t>Twitter</a:t>
            </a:r>
            <a:r>
              <a:rPr lang="es-ES" sz="2000" dirty="0"/>
              <a:t> o </a:t>
            </a:r>
            <a:r>
              <a:rPr lang="es-ES" sz="2000" i="1" dirty="0" err="1"/>
              <a:t>Reddit</a:t>
            </a:r>
            <a:r>
              <a:rPr lang="es-ES" sz="2000" dirty="0"/>
              <a:t>.</a:t>
            </a:r>
          </a:p>
          <a:p>
            <a:r>
              <a:rPr lang="es-ES" sz="2000" dirty="0"/>
              <a:t>Un paso que forma parte de la extracción es la de analizar que los datos sean veraces, que contiene la información que se espera, verificando que siguen el formato que se esperaba. En caso contrario, esos datos se rechazan.</a:t>
            </a:r>
          </a:p>
          <a:p>
            <a:r>
              <a:rPr lang="es-ES" sz="2000" dirty="0"/>
              <a:t>La primera característica de un proceso de extracción es que debe ser un proceso rápido, ligero, causar el menor impacto posible, ser transparente para los sistemas operacionales e independiente de las infraestructuras.</a:t>
            </a:r>
          </a:p>
          <a:p>
            <a:r>
              <a:rPr lang="es-ES" sz="2000" dirty="0"/>
              <a:t>La segunda característica es que debe reducir al mínimo el impacto que se genera en el sistema origen de la información. No se puede poner en riesgo el sistema original, ni perder ni modificar sus datos.</a:t>
            </a:r>
          </a:p>
          <a:p>
            <a:endParaRPr lang="es-ES" sz="2000" dirty="0"/>
          </a:p>
          <a:p>
            <a:r>
              <a:rPr lang="es-ES" sz="2000" dirty="0"/>
              <a:t>Así pues, la extracción convierte los datos a un formato preparado para iniciar el proceso de transformación.</a:t>
            </a:r>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4205534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6279283"/>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Transformación</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r>
              <a:rPr lang="es-ES" sz="2000" dirty="0"/>
              <a:t>Se realizan los cambios necesarios en los datos de manera que estos tengan el formato y contenido esperado.</a:t>
            </a:r>
          </a:p>
          <a:p>
            <a:r>
              <a:rPr lang="es-ES" sz="2000" dirty="0"/>
              <a:t>La transformación puede comprender:</a:t>
            </a:r>
          </a:p>
          <a:p>
            <a:pPr marL="800100" lvl="1" indent="-342900">
              <a:buFont typeface="Arial" panose="020B0604020202020204" pitchFamily="34" charset="0"/>
              <a:buChar char="•"/>
            </a:pPr>
            <a:r>
              <a:rPr lang="es-ES" sz="2000" dirty="0"/>
              <a:t>Cambios de codificación.</a:t>
            </a:r>
          </a:p>
          <a:p>
            <a:pPr marL="800100" lvl="1" indent="-342900">
              <a:buFont typeface="Arial" panose="020B0604020202020204" pitchFamily="34" charset="0"/>
              <a:buChar char="•"/>
            </a:pPr>
            <a:r>
              <a:rPr lang="es-ES" sz="2000" dirty="0"/>
              <a:t>Eliminar datos duplicados.</a:t>
            </a:r>
          </a:p>
          <a:p>
            <a:pPr marL="800100" lvl="1" indent="-342900">
              <a:buFont typeface="Arial" panose="020B0604020202020204" pitchFamily="34" charset="0"/>
              <a:buChar char="•"/>
            </a:pPr>
            <a:r>
              <a:rPr lang="es-ES" sz="2000" dirty="0"/>
              <a:t>Cruzar diferentes fuentes de datos para obtener una fuente diferente.</a:t>
            </a:r>
          </a:p>
          <a:p>
            <a:pPr marL="800100" lvl="1" indent="-342900">
              <a:buFont typeface="Arial" panose="020B0604020202020204" pitchFamily="34" charset="0"/>
              <a:buChar char="•"/>
            </a:pPr>
            <a:r>
              <a:rPr lang="es-ES" sz="2000" dirty="0"/>
              <a:t>Agregar información en función de alguna variable.</a:t>
            </a:r>
          </a:p>
          <a:p>
            <a:pPr marL="800100" lvl="1" indent="-342900">
              <a:buFont typeface="Arial" panose="020B0604020202020204" pitchFamily="34" charset="0"/>
              <a:buChar char="•"/>
            </a:pPr>
            <a:r>
              <a:rPr lang="es-ES" sz="2000" dirty="0"/>
              <a:t>Tomar parte de los datos para cargarlos.</a:t>
            </a:r>
          </a:p>
          <a:p>
            <a:pPr marL="800100" lvl="1" indent="-342900">
              <a:buFont typeface="Arial" panose="020B0604020202020204" pitchFamily="34" charset="0"/>
              <a:buChar char="•"/>
            </a:pPr>
            <a:r>
              <a:rPr lang="es-ES" sz="2000" dirty="0"/>
              <a:t>Transformar información para generar códigos, claves, identificadores…</a:t>
            </a:r>
          </a:p>
          <a:p>
            <a:pPr marL="800100" lvl="1" indent="-342900">
              <a:buFont typeface="Arial" panose="020B0604020202020204" pitchFamily="34" charset="0"/>
              <a:buChar char="•"/>
            </a:pPr>
            <a:r>
              <a:rPr lang="es-ES" sz="2000" dirty="0"/>
              <a:t>Generar información.</a:t>
            </a:r>
          </a:p>
          <a:p>
            <a:pPr marL="800100" lvl="1" indent="-342900">
              <a:buFont typeface="Arial" panose="020B0604020202020204" pitchFamily="34" charset="0"/>
              <a:buChar char="•"/>
            </a:pPr>
            <a:r>
              <a:rPr lang="es-ES" sz="2000" dirty="0"/>
              <a:t>Estructurar mejor la información.</a:t>
            </a:r>
          </a:p>
          <a:p>
            <a:pPr marL="800100" lvl="1" indent="-342900">
              <a:buFont typeface="Arial" panose="020B0604020202020204" pitchFamily="34" charset="0"/>
              <a:buChar char="•"/>
            </a:pPr>
            <a:r>
              <a:rPr lang="es-ES" sz="2000" dirty="0"/>
              <a:t>Generar indicadores que faciliten el procesamiento y entendimiento.</a:t>
            </a:r>
          </a:p>
          <a:p>
            <a:pPr lvl="1"/>
            <a:endParaRPr lang="es-ES" sz="2000" dirty="0"/>
          </a:p>
          <a:p>
            <a:r>
              <a:rPr lang="es-ES" sz="2000" dirty="0"/>
              <a:t>Respecto a sus características, debe transformar los datos para mejorarlos, incrementar su calidad, integrarlos con otros sistemas, normalizarlos, eliminar duplicidades o ambigüedades. </a:t>
            </a:r>
          </a:p>
          <a:p>
            <a:r>
              <a:rPr lang="es-ES" sz="2000" dirty="0"/>
              <a:t>Una vez transformados, los datos ya estarán listos para su carga.</a:t>
            </a:r>
          </a:p>
          <a:p>
            <a:pPr marL="12700">
              <a:lnSpc>
                <a:spcPct val="100000"/>
              </a:lnSpc>
              <a:spcBef>
                <a:spcPts val="1205"/>
              </a:spcBef>
            </a:pPr>
            <a:endParaRPr lang="es-ES" sz="2000" dirty="0"/>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2824728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4094069"/>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Carga</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b="1" spc="-10" dirty="0">
              <a:solidFill>
                <a:srgbClr val="E37101"/>
              </a:solidFill>
              <a:latin typeface="Calibri"/>
              <a:cs typeface="Calibri"/>
            </a:endParaRPr>
          </a:p>
          <a:p>
            <a:r>
              <a:rPr lang="es-ES" sz="2000" dirty="0"/>
              <a:t>Fase encargada de almacenar los datos en el destino, un </a:t>
            </a:r>
            <a:r>
              <a:rPr lang="es-ES" sz="2000" i="1" dirty="0"/>
              <a:t>data </a:t>
            </a:r>
            <a:r>
              <a:rPr lang="es-ES" sz="2000" i="1" dirty="0" err="1"/>
              <a:t>warehouse</a:t>
            </a:r>
            <a:r>
              <a:rPr lang="es-ES" sz="2000" dirty="0"/>
              <a:t> o en cualquier tipo de base de datos. Por tanto la fase de carga interactúa de manera directa con el sistema destino, y debe adaptarse al mismo con el fin de cargar los datos de manera satisfactoria.</a:t>
            </a:r>
          </a:p>
          <a:p>
            <a:r>
              <a:rPr lang="es-ES" sz="2000" dirty="0"/>
              <a:t>La carga debe realizarse buscando minimizar el tiempo de la transacción.</a:t>
            </a:r>
          </a:p>
          <a:p>
            <a:r>
              <a:rPr lang="es-ES" sz="2000" dirty="0"/>
              <a:t>Cada BBDD puede tener un sistema ideal de carga</a:t>
            </a:r>
          </a:p>
          <a:p>
            <a:r>
              <a:rPr lang="es-ES" sz="2000" dirty="0"/>
              <a:t>Para mejorar la carga debemos tener en cuenta la:</a:t>
            </a:r>
          </a:p>
          <a:p>
            <a:pPr marL="800100" lvl="1" indent="-342900">
              <a:buFont typeface="Arial" panose="020B0604020202020204" pitchFamily="34" charset="0"/>
              <a:buChar char="•"/>
            </a:pPr>
            <a:r>
              <a:rPr lang="es-ES" sz="2000" dirty="0"/>
              <a:t>Gestiones de índices</a:t>
            </a:r>
          </a:p>
          <a:p>
            <a:pPr marL="800100" lvl="1" indent="-342900">
              <a:buFont typeface="Arial" panose="020B0604020202020204" pitchFamily="34" charset="0"/>
              <a:buChar char="•"/>
            </a:pPr>
            <a:r>
              <a:rPr lang="es-ES" sz="2000" dirty="0"/>
              <a:t>Gestión de claves de distribución y particionado</a:t>
            </a:r>
          </a:p>
          <a:p>
            <a:pPr marL="800100" lvl="1" indent="-342900">
              <a:buFont typeface="Arial" panose="020B0604020202020204" pitchFamily="34" charset="0"/>
              <a:buChar char="•"/>
            </a:pPr>
            <a:r>
              <a:rPr lang="es-ES" sz="2000" dirty="0"/>
              <a:t>Tamaño de las transacciones y </a:t>
            </a:r>
            <a:r>
              <a:rPr lang="es-ES" sz="2000" dirty="0" err="1"/>
              <a:t>commit’s</a:t>
            </a:r>
            <a:endParaRPr lang="es-ES" sz="2000" dirty="0"/>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828688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5017399"/>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ELT</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b="1" spc="-10" dirty="0">
              <a:solidFill>
                <a:srgbClr val="E37101"/>
              </a:solidFill>
              <a:latin typeface="Calibri"/>
              <a:cs typeface="Calibri"/>
            </a:endParaRPr>
          </a:p>
          <a:p>
            <a:r>
              <a:rPr lang="es-ES" sz="2000" dirty="0"/>
              <a:t>ELT se basa en extraer, cargar y transformar. Es un técnica de ingestión de datos donde los datos que se obtienen desde múltiples fuentes se colocan sin transformar directamente en un </a:t>
            </a:r>
            <a:r>
              <a:rPr lang="es-ES" sz="2000" i="1" dirty="0"/>
              <a:t>data </a:t>
            </a:r>
            <a:r>
              <a:rPr lang="es-ES" sz="2000" i="1" dirty="0" err="1"/>
              <a:t>lake</a:t>
            </a:r>
            <a:r>
              <a:rPr lang="es-ES" sz="2000" dirty="0"/>
              <a:t> o almacenamiento de objetos en la nube. Desde ahí, los datos se pueden transformar dependiendo de los diferentes objetivos de negocio.</a:t>
            </a:r>
          </a:p>
          <a:p>
            <a:r>
              <a:rPr lang="es-ES" sz="2000" dirty="0"/>
              <a:t>ELT permite que los analistas de datos realicen las transformaciones, ya sea con SQL o mediante Python. </a:t>
            </a:r>
          </a:p>
          <a:p>
            <a:endParaRPr lang="es-ES" sz="2000" dirty="0"/>
          </a:p>
          <a:p>
            <a:r>
              <a:rPr lang="es-ES" sz="2000" dirty="0"/>
              <a:t>Una de las principales razones de que ELT cueste menos de implementar es que permite una mayor generalización de la información que se almacena. Los ingenieros de datos generan un </a:t>
            </a:r>
            <a:r>
              <a:rPr lang="es-ES" sz="2000" i="1" dirty="0"/>
              <a:t>data </a:t>
            </a:r>
            <a:r>
              <a:rPr lang="es-ES" sz="2000" i="1" dirty="0" err="1"/>
              <a:t>lake</a:t>
            </a:r>
            <a:r>
              <a:rPr lang="es-ES" sz="2000" dirty="0"/>
              <a:t> con los datos obtenidos de las fuentes de datos más populares, dejando que la transformación la realicen los expertos en el negocio. Esto también implica que los datos estén disponibles antes, ya que mediante un proceso ETL los datos no están disponibles para los usuarios hasta que se han transformado, lo que suele implicar un largo proceso de trabajo.</a:t>
            </a:r>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1002094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6556282"/>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Herramientas ELT</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r>
              <a:rPr lang="es-ES" sz="2000" dirty="0"/>
              <a:t>Las características de las </a:t>
            </a:r>
            <a:r>
              <a:rPr lang="es-ES" sz="2000"/>
              <a:t>herramientas ELT </a:t>
            </a:r>
            <a:r>
              <a:rPr lang="es-ES" sz="2000" dirty="0"/>
              <a:t>son:</a:t>
            </a:r>
          </a:p>
          <a:p>
            <a:pPr marL="742950" lvl="1" indent="-285750">
              <a:buFont typeface="Arial" panose="020B0604020202020204" pitchFamily="34" charset="0"/>
              <a:buChar char="•"/>
            </a:pPr>
            <a:r>
              <a:rPr lang="es-ES" sz="2000" dirty="0"/>
              <a:t>Permiten conectividad con diferentes sistemas y tipos de datos</a:t>
            </a:r>
          </a:p>
          <a:p>
            <a:pPr marL="742950" lvl="1" indent="-285750">
              <a:buFont typeface="Arial" panose="020B0604020202020204" pitchFamily="34" charset="0"/>
              <a:buChar char="•"/>
            </a:pPr>
            <a:r>
              <a:rPr lang="es-ES" sz="2000" dirty="0"/>
              <a:t>Permiten la planificación mediante </a:t>
            </a:r>
            <a:r>
              <a:rPr lang="es-ES" sz="2000" i="1" dirty="0" err="1"/>
              <a:t>batch</a:t>
            </a:r>
            <a:r>
              <a:rPr lang="es-ES" sz="2000" dirty="0"/>
              <a:t>, </a:t>
            </a:r>
            <a:r>
              <a:rPr lang="es-ES" sz="2000" i="1" dirty="0"/>
              <a:t>eventos</a:t>
            </a:r>
            <a:r>
              <a:rPr lang="es-ES" sz="2000" dirty="0"/>
              <a:t> o en </a:t>
            </a:r>
            <a:r>
              <a:rPr lang="es-ES" sz="2000" i="1" dirty="0" err="1"/>
              <a:t>streaming</a:t>
            </a:r>
            <a:r>
              <a:rPr lang="es-ES" sz="2000" dirty="0"/>
              <a:t>.</a:t>
            </a:r>
          </a:p>
          <a:p>
            <a:pPr marL="742950" lvl="1" indent="-285750">
              <a:buFont typeface="Arial" panose="020B0604020202020204" pitchFamily="34" charset="0"/>
              <a:buChar char="•"/>
            </a:pPr>
            <a:r>
              <a:rPr lang="es-ES" sz="2000" dirty="0"/>
              <a:t>Capacidad para transformar los datos:</a:t>
            </a:r>
          </a:p>
          <a:p>
            <a:pPr lvl="4"/>
            <a:r>
              <a:rPr lang="es-ES" sz="2000" dirty="0"/>
              <a:t>Transformaciones simples: tipos de datos, cadenas, codificaciones, cálculos simples.</a:t>
            </a:r>
          </a:p>
          <a:p>
            <a:pPr lvl="4"/>
            <a:r>
              <a:rPr lang="es-ES" sz="2000" dirty="0"/>
              <a:t>Transformaciones intermedias: agregaciones, </a:t>
            </a:r>
            <a:r>
              <a:rPr lang="es-ES" sz="2000" i="1" dirty="0" err="1"/>
              <a:t>lookups</a:t>
            </a:r>
            <a:r>
              <a:rPr lang="es-ES" sz="2000" dirty="0"/>
              <a:t>.</a:t>
            </a:r>
          </a:p>
          <a:p>
            <a:pPr lvl="4"/>
            <a:r>
              <a:rPr lang="es-ES" sz="2000" dirty="0"/>
              <a:t>Transformaciones complejas: algoritmos de IA, segmentación, integración de código de terceros, integración con otros lenguajes.</a:t>
            </a:r>
          </a:p>
          <a:p>
            <a:pPr marL="742950" lvl="1" indent="-285750">
              <a:buFont typeface="Arial" panose="020B0604020202020204" pitchFamily="34" charset="0"/>
              <a:buChar char="•"/>
            </a:pPr>
            <a:r>
              <a:rPr lang="es-ES" sz="2000" dirty="0"/>
              <a:t>Metadatos y gestión de errores</a:t>
            </a:r>
          </a:p>
          <a:p>
            <a:pPr lvl="4"/>
            <a:r>
              <a:rPr lang="es-ES" sz="2000" dirty="0"/>
              <a:t>Permiten tener información del funcionamiento de todo el proceso.</a:t>
            </a:r>
          </a:p>
          <a:p>
            <a:pPr lvl="4"/>
            <a:r>
              <a:rPr lang="es-ES" sz="2000" dirty="0"/>
              <a:t>Permiten el control de errores y establecer acciones a realizar cuando se producen.</a:t>
            </a:r>
          </a:p>
          <a:p>
            <a:r>
              <a:rPr lang="es-ES" sz="2000" dirty="0"/>
              <a:t>Las soluciones más empleadas son:</a:t>
            </a:r>
          </a:p>
          <a:p>
            <a:pPr marL="742950" lvl="1" indent="-285750">
              <a:buFont typeface="Arial" panose="020B0604020202020204" pitchFamily="34" charset="0"/>
              <a:buChar char="•"/>
            </a:pPr>
            <a:r>
              <a:rPr lang="es-ES" sz="2000" dirty="0" err="1">
                <a:hlinkClick r:id="rId2"/>
              </a:rPr>
              <a:t>Pentaho</a:t>
            </a:r>
            <a:r>
              <a:rPr lang="es-ES" sz="2000" dirty="0">
                <a:hlinkClick r:id="rId2"/>
              </a:rPr>
              <a:t> Data </a:t>
            </a:r>
            <a:r>
              <a:rPr lang="es-ES" sz="2000" dirty="0" err="1">
                <a:hlinkClick r:id="rId2"/>
              </a:rPr>
              <a:t>Integration</a:t>
            </a:r>
            <a:r>
              <a:rPr lang="es-ES" sz="2000" dirty="0">
                <a:hlinkClick r:id="rId2"/>
              </a:rPr>
              <a:t> (PDI)</a:t>
            </a:r>
            <a:endParaRPr lang="es-ES" sz="2000" dirty="0"/>
          </a:p>
          <a:p>
            <a:pPr marL="742950" lvl="1" indent="-285750">
              <a:buFont typeface="Arial" panose="020B0604020202020204" pitchFamily="34" charset="0"/>
              <a:buChar char="•"/>
            </a:pPr>
            <a:r>
              <a:rPr lang="es-ES" sz="2000" dirty="0">
                <a:hlinkClick r:id="rId3"/>
              </a:rPr>
              <a:t>Oracle Data </a:t>
            </a:r>
            <a:r>
              <a:rPr lang="es-ES" sz="2000" dirty="0" err="1">
                <a:hlinkClick r:id="rId3"/>
              </a:rPr>
              <a:t>Integrator</a:t>
            </a:r>
            <a:endParaRPr lang="es-ES" sz="2000" dirty="0"/>
          </a:p>
          <a:p>
            <a:pPr marL="742950" lvl="1" indent="-285750">
              <a:buFont typeface="Arial" panose="020B0604020202020204" pitchFamily="34" charset="0"/>
              <a:buChar char="•"/>
            </a:pPr>
            <a:r>
              <a:rPr lang="es-ES" sz="2000" dirty="0" err="1">
                <a:hlinkClick r:id="rId4"/>
              </a:rPr>
              <a:t>Talend</a:t>
            </a:r>
            <a:r>
              <a:rPr lang="es-ES" sz="2000" dirty="0">
                <a:hlinkClick r:id="rId4"/>
              </a:rPr>
              <a:t> Open Studio</a:t>
            </a:r>
            <a:endParaRPr lang="es-ES" sz="2000" dirty="0"/>
          </a:p>
          <a:p>
            <a:pPr marL="742950" lvl="1" indent="-285750">
              <a:buFont typeface="Arial" panose="020B0604020202020204" pitchFamily="34" charset="0"/>
              <a:buChar char="•"/>
            </a:pPr>
            <a:r>
              <a:rPr lang="es-ES" sz="2000" dirty="0" err="1">
                <a:hlinkClick r:id="rId5"/>
              </a:rPr>
              <a:t>Mulesoft</a:t>
            </a:r>
            <a:endParaRPr lang="es-ES" sz="2000" dirty="0"/>
          </a:p>
          <a:p>
            <a:pPr marL="742950" lvl="1" indent="-285750">
              <a:buFont typeface="Arial" panose="020B0604020202020204" pitchFamily="34" charset="0"/>
              <a:buChar char="•"/>
            </a:pPr>
            <a:r>
              <a:rPr lang="es-ES" sz="2000" dirty="0" err="1">
                <a:hlinkClick r:id="rId6"/>
              </a:rPr>
              <a:t>Informatica</a:t>
            </a:r>
            <a:r>
              <a:rPr lang="es-ES" sz="2000" dirty="0">
                <a:hlinkClick r:id="rId6"/>
              </a:rPr>
              <a:t> Data </a:t>
            </a:r>
            <a:r>
              <a:rPr lang="es-ES" sz="2000" dirty="0" err="1">
                <a:hlinkClick r:id="rId6"/>
              </a:rPr>
              <a:t>Integration</a:t>
            </a:r>
            <a:endParaRPr lang="es-ES" sz="2000" dirty="0"/>
          </a:p>
          <a:p>
            <a:pPr marL="12700">
              <a:lnSpc>
                <a:spcPct val="100000"/>
              </a:lnSpc>
              <a:spcBef>
                <a:spcPts val="1205"/>
              </a:spcBef>
            </a:pPr>
            <a:endParaRPr lang="es-ES" b="1" spc="-10" dirty="0">
              <a:solidFill>
                <a:srgbClr val="E37101"/>
              </a:solidFill>
              <a:latin typeface="Calibri"/>
              <a:cs typeface="Calibri"/>
            </a:endParaRPr>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2898687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2447465"/>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Ingesta por dentro</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600"/>
              </a:spcBef>
            </a:pPr>
            <a:endParaRPr lang="es-ES" sz="1600" b="1" spc="-10" dirty="0">
              <a:solidFill>
                <a:srgbClr val="E37101"/>
              </a:solidFill>
              <a:latin typeface="Calibri"/>
              <a:cs typeface="Calibri"/>
            </a:endParaRPr>
          </a:p>
          <a:p>
            <a:r>
              <a:rPr lang="es-ES" sz="2000" dirty="0"/>
              <a:t>La ingesta extrae los datos desde la fuente donde se crean o almacenan originalmente y los carga en un destino o zona temporal. Un </a:t>
            </a:r>
            <a:r>
              <a:rPr lang="es-ES" sz="2000" i="1" dirty="0"/>
              <a:t>pipeline</a:t>
            </a:r>
            <a:r>
              <a:rPr lang="es-ES" sz="2000" dirty="0"/>
              <a:t> de datos sencillo puede que tenga que aplicar uno o más transformaciones ligeras para enriquecer o filtrar los datos antes de escribirlos en un destino, almacén de datos o cola de mensajería. Se pueden añadir nuevos </a:t>
            </a:r>
            <a:r>
              <a:rPr lang="es-ES" sz="2000" i="1" dirty="0"/>
              <a:t>pipelines</a:t>
            </a:r>
            <a:r>
              <a:rPr lang="es-ES" sz="2000" dirty="0"/>
              <a:t> para transformaciones más complejas como </a:t>
            </a:r>
            <a:r>
              <a:rPr lang="es-ES" sz="2000" i="1" dirty="0" err="1"/>
              <a:t>joins</a:t>
            </a:r>
            <a:r>
              <a:rPr lang="es-ES" sz="2000" dirty="0"/>
              <a:t>, agregaciones u ordenaciones para analítica de datos, aplicaciones o sistema de informes.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619" y="3457785"/>
            <a:ext cx="7496175" cy="325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891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5325176"/>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Ingesta por dentro</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b="1" spc="-10" dirty="0">
              <a:solidFill>
                <a:srgbClr val="E37101"/>
              </a:solidFill>
              <a:latin typeface="Calibri"/>
              <a:cs typeface="Calibri"/>
            </a:endParaRPr>
          </a:p>
          <a:p>
            <a:r>
              <a:rPr lang="es-ES" sz="2000" dirty="0"/>
              <a:t>Las fuentes más comunes desde las que se obtienen los datos son:</a:t>
            </a:r>
          </a:p>
          <a:p>
            <a:pPr marL="800100" lvl="1" indent="-342900">
              <a:buFont typeface="Arial" panose="020B0604020202020204" pitchFamily="34" charset="0"/>
              <a:buChar char="•"/>
            </a:pPr>
            <a:r>
              <a:rPr lang="es-ES" sz="2000" dirty="0"/>
              <a:t>servicios de mensajería como Apache Kafka, los cuales han obtenido datos desde fuentes externas, como pueden ser dispositivos IOT o contenido obtenido directamente de las redes sociales.</a:t>
            </a:r>
          </a:p>
          <a:p>
            <a:pPr marL="800100" lvl="1" indent="-342900">
              <a:buFont typeface="Arial" panose="020B0604020202020204" pitchFamily="34" charset="0"/>
              <a:buChar char="•"/>
            </a:pPr>
            <a:r>
              <a:rPr lang="es-ES" sz="2000" dirty="0"/>
              <a:t>bases de datos relacionales, las cuales se acceden, por ejemplo, mediante JDBC.</a:t>
            </a:r>
          </a:p>
          <a:p>
            <a:pPr marL="800100" lvl="1" indent="-342900">
              <a:buFont typeface="Arial" panose="020B0604020202020204" pitchFamily="34" charset="0"/>
              <a:buChar char="•"/>
            </a:pPr>
            <a:r>
              <a:rPr lang="es-ES" sz="2000" dirty="0"/>
              <a:t>servicios REST que devuelven los datos en formato JSON.</a:t>
            </a:r>
          </a:p>
          <a:p>
            <a:pPr marL="800100" lvl="1" indent="-342900">
              <a:buFont typeface="Arial" panose="020B0604020202020204" pitchFamily="34" charset="0"/>
              <a:buChar char="•"/>
            </a:pPr>
            <a:r>
              <a:rPr lang="es-ES" sz="2000" dirty="0"/>
              <a:t>servicios de almacenamiento distribuido como HDFS o S3.</a:t>
            </a:r>
          </a:p>
          <a:p>
            <a:r>
              <a:rPr lang="es-ES" sz="2000" dirty="0"/>
              <a:t>Los destinos donde se almacenan los datos son:</a:t>
            </a:r>
          </a:p>
          <a:p>
            <a:pPr marL="800100" lvl="1" indent="-342900">
              <a:buFont typeface="Arial" panose="020B0604020202020204" pitchFamily="34" charset="0"/>
              <a:buChar char="•"/>
            </a:pPr>
            <a:r>
              <a:rPr lang="es-ES" sz="2000" dirty="0"/>
              <a:t>servicios de mensajería como </a:t>
            </a:r>
            <a:r>
              <a:rPr lang="es-ES" sz="2000" i="1" dirty="0"/>
              <a:t>Apache Kafka</a:t>
            </a:r>
            <a:r>
              <a:rPr lang="es-ES" sz="2000" dirty="0"/>
              <a:t>.</a:t>
            </a:r>
          </a:p>
          <a:p>
            <a:pPr marL="800100" lvl="1" indent="-342900">
              <a:buFont typeface="Arial" panose="020B0604020202020204" pitchFamily="34" charset="0"/>
              <a:buChar char="•"/>
            </a:pPr>
            <a:r>
              <a:rPr lang="es-ES" sz="2000" dirty="0"/>
              <a:t>bases de datos relacionales.</a:t>
            </a:r>
          </a:p>
          <a:p>
            <a:pPr marL="800100" lvl="1" indent="-342900">
              <a:buFont typeface="Arial" panose="020B0604020202020204" pitchFamily="34" charset="0"/>
              <a:buChar char="•"/>
            </a:pPr>
            <a:r>
              <a:rPr lang="es-ES" sz="2000" dirty="0"/>
              <a:t>bases de datos </a:t>
            </a:r>
            <a:r>
              <a:rPr lang="es-ES" sz="2000" dirty="0" err="1"/>
              <a:t>NoSQL</a:t>
            </a:r>
            <a:r>
              <a:rPr lang="es-ES" sz="2000" dirty="0"/>
              <a:t>.</a:t>
            </a:r>
          </a:p>
          <a:p>
            <a:pPr marL="800100" lvl="1" indent="-342900">
              <a:buFont typeface="Arial" panose="020B0604020202020204" pitchFamily="34" charset="0"/>
              <a:buChar char="•"/>
            </a:pPr>
            <a:r>
              <a:rPr lang="es-ES" sz="2000" dirty="0"/>
              <a:t>servicios de almacenamiento distribuido como HDFS o S3.</a:t>
            </a:r>
          </a:p>
          <a:p>
            <a:pPr marL="800100" lvl="1" indent="-342900">
              <a:buFont typeface="Arial" panose="020B0604020202020204" pitchFamily="34" charset="0"/>
              <a:buChar char="•"/>
            </a:pPr>
            <a:r>
              <a:rPr lang="es-ES" sz="2000" dirty="0"/>
              <a:t>plataformas de datos como </a:t>
            </a:r>
            <a:r>
              <a:rPr lang="es-ES" sz="2000" i="1" dirty="0" err="1"/>
              <a:t>Snowflake</a:t>
            </a:r>
            <a:r>
              <a:rPr lang="es-ES" sz="2000" dirty="0"/>
              <a:t> o </a:t>
            </a:r>
            <a:r>
              <a:rPr lang="es-ES" sz="2000" i="1" dirty="0" err="1"/>
              <a:t>Databricks</a:t>
            </a:r>
            <a:r>
              <a:rPr lang="es-ES" sz="2000" dirty="0"/>
              <a:t>.</a:t>
            </a:r>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1055483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77719" y="268922"/>
            <a:ext cx="9467850" cy="309059"/>
          </a:xfrm>
          <a:prstGeom prst="rect">
            <a:avLst/>
          </a:prstGeom>
          <a:ln w="9719">
            <a:solidFill>
              <a:srgbClr val="000000"/>
            </a:solidFill>
          </a:ln>
        </p:spPr>
        <p:txBody>
          <a:bodyPr vert="horz" wrap="square" lIns="0" tIns="31750" rIns="0" bIns="0" rtlCol="0">
            <a:spAutoFit/>
          </a:bodyPr>
          <a:lstStyle/>
          <a:p>
            <a:pPr marL="5916295" algn="r">
              <a:lnSpc>
                <a:spcPct val="100000"/>
              </a:lnSpc>
              <a:spcBef>
                <a:spcPts val="250"/>
              </a:spcBef>
            </a:pPr>
            <a:r>
              <a:rPr sz="1800" spc="-5" dirty="0">
                <a:latin typeface="Calibri"/>
                <a:cs typeface="Calibri"/>
              </a:rPr>
              <a:t>SISTEMAS</a:t>
            </a:r>
            <a:r>
              <a:rPr sz="1800" spc="-25" dirty="0">
                <a:latin typeface="Calibri"/>
                <a:cs typeface="Calibri"/>
              </a:rPr>
              <a:t> </a:t>
            </a:r>
            <a:r>
              <a:rPr lang="es-ES" sz="1800" spc="-25" dirty="0">
                <a:latin typeface="Calibri"/>
                <a:cs typeface="Calibri"/>
              </a:rPr>
              <a:t>DE </a:t>
            </a:r>
            <a:r>
              <a:rPr lang="es-ES" sz="1800" spc="-5" dirty="0">
                <a:latin typeface="Calibri"/>
                <a:cs typeface="Calibri"/>
              </a:rPr>
              <a:t>BIG DATA</a:t>
            </a:r>
            <a:endParaRPr sz="1800" dirty="0">
              <a:latin typeface="Calibri"/>
              <a:cs typeface="Calibri"/>
            </a:endParaRPr>
          </a:p>
        </p:txBody>
      </p:sp>
      <p:sp>
        <p:nvSpPr>
          <p:cNvPr id="3" name="object 3"/>
          <p:cNvSpPr txBox="1"/>
          <p:nvPr/>
        </p:nvSpPr>
        <p:spPr>
          <a:xfrm>
            <a:off x="2277719" y="685800"/>
            <a:ext cx="9467850" cy="279564"/>
          </a:xfrm>
          <a:prstGeom prst="rect">
            <a:avLst/>
          </a:prstGeom>
          <a:ln w="9719">
            <a:solidFill>
              <a:srgbClr val="000000"/>
            </a:solidFill>
          </a:ln>
        </p:spPr>
        <p:txBody>
          <a:bodyPr vert="horz" wrap="square" lIns="0" tIns="2540" rIns="0" bIns="0" rtlCol="0">
            <a:spAutoFit/>
          </a:bodyPr>
          <a:lstStyle/>
          <a:p>
            <a:pPr marL="1186815" algn="r">
              <a:lnSpc>
                <a:spcPct val="100000"/>
              </a:lnSpc>
              <a:spcBef>
                <a:spcPts val="20"/>
              </a:spcBef>
            </a:pPr>
            <a:r>
              <a:rPr sz="1800" spc="-5" dirty="0">
                <a:latin typeface="Calibri"/>
                <a:cs typeface="Calibri"/>
              </a:rPr>
              <a:t>UD1. SISTEMAS </a:t>
            </a:r>
            <a:r>
              <a:rPr lang="es-ES" sz="1800" spc="-5" dirty="0">
                <a:latin typeface="Calibri"/>
                <a:cs typeface="Calibri"/>
              </a:rPr>
              <a:t>DE BIG DATA Y ÁNALISIS DE DATOS</a:t>
            </a:r>
            <a:endParaRPr sz="1800" dirty="0">
              <a:latin typeface="Calibri"/>
              <a:cs typeface="Calibri"/>
            </a:endParaRPr>
          </a:p>
        </p:txBody>
      </p:sp>
      <p:sp>
        <p:nvSpPr>
          <p:cNvPr id="4" name="object 4"/>
          <p:cNvSpPr txBox="1"/>
          <p:nvPr/>
        </p:nvSpPr>
        <p:spPr>
          <a:xfrm>
            <a:off x="459625" y="906773"/>
            <a:ext cx="10972165" cy="2555187"/>
          </a:xfrm>
          <a:prstGeom prst="rect">
            <a:avLst/>
          </a:prstGeom>
        </p:spPr>
        <p:txBody>
          <a:bodyPr vert="horz" wrap="square" lIns="0" tIns="153035" rIns="0" bIns="0" rtlCol="0">
            <a:spAutoFit/>
          </a:bodyPr>
          <a:lstStyle/>
          <a:p>
            <a:pPr marL="12700">
              <a:lnSpc>
                <a:spcPct val="100000"/>
              </a:lnSpc>
              <a:spcBef>
                <a:spcPts val="1205"/>
              </a:spcBef>
            </a:pPr>
            <a:r>
              <a:rPr lang="es-ES" sz="2800" b="1" spc="-10" dirty="0">
                <a:solidFill>
                  <a:srgbClr val="E37101"/>
                </a:solidFill>
                <a:latin typeface="Calibri"/>
                <a:cs typeface="Calibri"/>
              </a:rPr>
              <a:t>Preguntas</a:t>
            </a:r>
            <a:r>
              <a:rPr sz="2800" b="1" spc="-10" dirty="0">
                <a:solidFill>
                  <a:srgbClr val="E37101"/>
                </a:solidFill>
                <a:latin typeface="Calibri"/>
                <a:cs typeface="Calibri"/>
              </a:rPr>
              <a:t>:</a:t>
            </a:r>
            <a:endParaRPr lang="es-ES" sz="2800" b="1" spc="-10" dirty="0">
              <a:solidFill>
                <a:srgbClr val="E37101"/>
              </a:solidFill>
              <a:latin typeface="Calibri"/>
              <a:cs typeface="Calibri"/>
            </a:endParaRPr>
          </a:p>
          <a:p>
            <a:pPr marL="12700">
              <a:lnSpc>
                <a:spcPct val="100000"/>
              </a:lnSpc>
              <a:spcBef>
                <a:spcPts val="1205"/>
              </a:spcBef>
            </a:pPr>
            <a:endParaRPr lang="es-ES" b="1" spc="-10" dirty="0">
              <a:solidFill>
                <a:srgbClr val="E37101"/>
              </a:solidFill>
              <a:latin typeface="Calibri"/>
              <a:cs typeface="Calibri"/>
            </a:endParaRPr>
          </a:p>
          <a:p>
            <a:pPr marL="457200" indent="-457200">
              <a:buFont typeface="+mj-lt"/>
              <a:buAutoNum type="arabicPeriod"/>
            </a:pPr>
            <a:r>
              <a:rPr lang="es-ES" sz="2000" dirty="0"/>
              <a:t>El movimiento de datos entre los orígenes y los destinos se realizan mediante unos procesos ¿Cuáles? Y enumera herramientas utilizadas en cada uno de ellos</a:t>
            </a:r>
          </a:p>
          <a:p>
            <a:pPr marL="457200" indent="-457200">
              <a:buFont typeface="+mj-lt"/>
              <a:buAutoNum type="arabicPeriod"/>
            </a:pPr>
            <a:r>
              <a:rPr lang="es-ES" sz="2000" dirty="0"/>
              <a:t>¿Cuáles consideráis que son los parámetros en los que nos debemos centrar en una ingesta de datos?</a:t>
            </a:r>
          </a:p>
          <a:p>
            <a:pPr marL="457200" indent="-457200">
              <a:buFont typeface="+mj-lt"/>
              <a:buAutoNum type="arabicPeriod"/>
            </a:pPr>
            <a:endParaRPr lang="es-ES" sz="2000" dirty="0"/>
          </a:p>
          <a:p>
            <a:pPr marL="285750" indent="-285750">
              <a:buFont typeface="Arial" panose="020B0604020202020204" pitchFamily="34" charset="0"/>
              <a:buChar char="•"/>
            </a:pPr>
            <a:endParaRPr lang="es-ES" sz="2000" dirty="0"/>
          </a:p>
        </p:txBody>
      </p:sp>
    </p:spTree>
    <p:extLst>
      <p:ext uri="{BB962C8B-B14F-4D97-AF65-F5344CB8AC3E}">
        <p14:creationId xmlns:p14="http://schemas.microsoft.com/office/powerpoint/2010/main" val="1769187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645</TotalTime>
  <Words>2176</Words>
  <Application>Microsoft Office PowerPoint</Application>
  <PresentationFormat>Panorámica</PresentationFormat>
  <Paragraphs>161</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Arial MT</vt:lpstr>
      <vt:lpstr>Calibri</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María Pilar  Felez Clavero</cp:lastModifiedBy>
  <cp:revision>65</cp:revision>
  <dcterms:created xsi:type="dcterms:W3CDTF">2023-09-25T14:49:48Z</dcterms:created>
  <dcterms:modified xsi:type="dcterms:W3CDTF">2023-11-13T17:13:20Z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2023-09-19T00:00:00Z</vt:filetime>
  </property>
  <property fmtid="{D5CDD505-2E9C-101B-9397-08002B2CF9AE}" pid="3" name="Creator">
    <vt:lpwstr>Draw</vt:lpwstr>
  </property>
  <property fmtid="{D5CDD505-2E9C-101B-9397-08002B2CF9AE}" pid="4" name="LastSaved">
    <vt:filetime>2023-09-19T00:00:00Z</vt:filetime>
  </property>
</Properties>
</file>